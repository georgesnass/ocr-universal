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19BA2F-B8B5-4EFC-A9D8-B4A9583513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lvl="1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lvl="2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Troisième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lvl="3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Quatrième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lvl="4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Cinquième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Septième niveau de plan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lang="fr-FR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lang="fr-FR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CED9DB-C9A9-44DD-B9DA-F9379C1B8877}" type="slidenum">
              <a:rPr lang="fr-FR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test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LibreOffice/25.8.4.2$Windows_X86_64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2010-11-24T11:31:30Z</dcterms:created>
  <dc:creator> </dc:creator>
  <dc:description/>
  <dc:language>fr-FR</dc:language>
  <cp:lastModifiedBy> </cp:lastModifiedBy>
  <dcterms:modified xsi:type="dcterms:W3CDTF">2010-11-24T11:31:46Z</dcterms:modified>
  <cp:revision>2</cp:revision>
  <dc:subject/>
  <dc:title>Diapositive 1</dc:title>
</cp:coreProperties>
</file>