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presProps.xml" ContentType="application/vnd.openxmlformats-officedocument.presentationml.presProps+xml"/>
  <Override PartName="/ppt/media/image1.wmf" ContentType="image/x-wmf"/>
  <Override PartName="/ppt/media/image2.wmf" ContentType="image/x-wmf"/>
  <Override PartName="/ppt/media/image6.gif" ContentType="image/gif"/>
  <Override PartName="/ppt/slides/slide18.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Standard">
    <p:bg>
      <p:bgPr>
        <a:solidFill>
          <a:srgbClr val="ffffff"/>
        </a:solidFill>
      </p:bgPr>
    </p:bg>
    <p:spTree>
      <p:nvGrpSpPr>
        <p:cNvPr id="1" name=""/>
        <p:cNvGrpSpPr/>
        <p:nvPr/>
      </p:nvGrpSpPr>
      <p:grpSpPr>
        <a:xfrm>
          <a:off x="0" y="0"/>
          <a:ext cx="0" cy="0"/>
          <a:chOff x="0" y="0"/>
          <a:chExt cx="0" cy="0"/>
        </a:xfrm>
      </p:grpSpPr>
      <p:grpSp>
        <p:nvGrpSpPr>
          <p:cNvPr id="2" name=""/>
          <p:cNvGrpSpPr/>
          <p:nvPr/>
        </p:nvGrpSpPr>
        <p:grpSpPr>
          <a:xfrm>
            <a:off x="0" y="0"/>
            <a:ext cx="7620120" cy="6858000"/>
            <a:chOff x="0" y="0"/>
            <a:chExt cx="7620120" cy="6858000"/>
          </a:xfrm>
        </p:grpSpPr>
        <p:grpSp>
          <p:nvGrpSpPr>
            <p:cNvPr id="3" name=""/>
            <p:cNvGrpSpPr/>
            <p:nvPr/>
          </p:nvGrpSpPr>
          <p:grpSpPr>
            <a:xfrm>
              <a:off x="0" y="0"/>
              <a:ext cx="3200400" cy="6858000"/>
              <a:chOff x="0" y="0"/>
              <a:chExt cx="3200400" cy="6858000"/>
            </a:xfrm>
          </p:grpSpPr>
          <p:sp>
            <p:nvSpPr>
              <p:cNvPr id="4" name=""/>
              <p:cNvSpPr/>
              <p:nvPr/>
            </p:nvSpPr>
            <p:spPr>
              <a:xfrm>
                <a:off x="0" y="0"/>
                <a:ext cx="762120" cy="6858000"/>
              </a:xfrm>
              <a:prstGeom prst="rect">
                <a:avLst/>
              </a:prstGeom>
              <a:solidFill>
                <a:srgbClr val="99cc99"/>
              </a:solidFill>
              <a:ln w="0">
                <a:noFill/>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5" name=""/>
              <p:cNvSpPr/>
              <p:nvPr/>
            </p:nvSpPr>
            <p:spPr>
              <a:xfrm>
                <a:off x="457200" y="0"/>
                <a:ext cx="2743200" cy="1166760"/>
              </a:xfrm>
              <a:custGeom>
                <a:avLst/>
                <a:gdLst/>
                <a:ahLst/>
                <a:rect l="l" t="t"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rgbClr val="99cc99"/>
              </a:solidFill>
              <a:ln w="0">
                <a:noFill/>
              </a:ln>
            </p:spPr>
            <p:style>
              <a:lnRef idx="0"/>
              <a:fillRef idx="0"/>
              <a:effectRef idx="0"/>
              <a:fontRef idx="minor"/>
            </p:style>
            <p:txBody>
              <a:bodyPr wrap="none" anchor="t">
                <a:noAutofit/>
              </a:bodyPr>
              <a:p>
                <a:endParaRPr lang="fr-FR" sz="1800" b="0" u="none" strike="noStrike">
                  <a:solidFill>
                    <a:srgbClr val="003366"/>
                  </a:solidFill>
                  <a:effectLst/>
                  <a:uFillTx/>
                  <a:latin typeface="Arial"/>
                </a:endParaRPr>
              </a:p>
            </p:txBody>
          </p:sp>
        </p:grpSp>
        <p:grpSp>
          <p:nvGrpSpPr>
            <p:cNvPr id="6" name=""/>
            <p:cNvGrpSpPr/>
            <p:nvPr/>
          </p:nvGrpSpPr>
          <p:grpSpPr>
            <a:xfrm>
              <a:off x="228600" y="1981080"/>
              <a:ext cx="7391520" cy="319320"/>
              <a:chOff x="228600" y="1981080"/>
              <a:chExt cx="7391520" cy="319320"/>
            </a:xfrm>
          </p:grpSpPr>
          <p:sp>
            <p:nvSpPr>
              <p:cNvPr id="7" name=""/>
              <p:cNvSpPr/>
              <p:nvPr/>
            </p:nvSpPr>
            <p:spPr>
              <a:xfrm>
                <a:off x="609480" y="1981080"/>
                <a:ext cx="7010640" cy="317520"/>
              </a:xfrm>
              <a:prstGeom prst="roundRect">
                <a:avLst>
                  <a:gd name="adj" fmla="val 0"/>
                </a:avLst>
              </a:prstGeom>
              <a:solidFill>
                <a:srgbClr val="003366"/>
              </a:solidFill>
              <a:ln w="0">
                <a:noFill/>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8" name=""/>
              <p:cNvSpPr/>
              <p:nvPr/>
            </p:nvSpPr>
            <p:spPr>
              <a:xfrm flipH="1">
                <a:off x="228600" y="1981080"/>
                <a:ext cx="393840" cy="319320"/>
              </a:xfrm>
              <a:prstGeom prst="flowChartDelay">
                <a:avLst/>
              </a:prstGeom>
              <a:solidFill>
                <a:srgbClr val="003366"/>
              </a:solidFill>
              <a:ln w="0">
                <a:noFill/>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grpSp>
      </p:grpSp>
      <p:sp>
        <p:nvSpPr>
          <p:cNvPr id="9" name="PlaceHolder 1"/>
          <p:cNvSpPr>
            <a:spLocks noGrp="1"/>
          </p:cNvSpPr>
          <p:nvPr>
            <p:ph type="title"/>
          </p:nvPr>
        </p:nvSpPr>
        <p:spPr>
          <a:xfrm>
            <a:off x="834120" y="834120"/>
            <a:ext cx="7779960" cy="998280"/>
          </a:xfrm>
          <a:prstGeom prst="rect">
            <a:avLst/>
          </a:prstGeom>
          <a:noFill/>
          <a:ln w="0">
            <a:noFill/>
          </a:ln>
        </p:spPr>
        <p:txBody>
          <a:bodyPr lIns="90000" rIns="90000" tIns="46800" bIns="46800" anchor="b">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Cliquez pour éditer le format du texte-titre</a:t>
            </a:r>
            <a:endParaRPr lang="fr-FR" sz="3600" b="1" u="none" strike="noStrike">
              <a:solidFill>
                <a:srgbClr val="006666"/>
              </a:solidFill>
              <a:effectLst/>
              <a:uFillTx/>
              <a:latin typeface="Arial"/>
            </a:endParaRPr>
          </a:p>
        </p:txBody>
      </p:sp>
      <p:sp>
        <p:nvSpPr>
          <p:cNvPr id="10" name="PlaceHolder 2"/>
          <p:cNvSpPr>
            <a:spLocks noGrp="1"/>
          </p:cNvSpPr>
          <p:nvPr>
            <p:ph type="body"/>
          </p:nvPr>
        </p:nvSpPr>
        <p:spPr>
          <a:xfrm>
            <a:off x="838080" y="2361960"/>
            <a:ext cx="7693200" cy="3724200"/>
          </a:xfrm>
          <a:prstGeom prst="rect">
            <a:avLst/>
          </a:prstGeom>
          <a:noFill/>
          <a:ln w="0">
            <a:noFill/>
          </a:ln>
        </p:spPr>
        <p:txBody>
          <a:bodyPr lIns="90000" rIns="90000" tIns="46800" bIns="46800" anchor="t">
            <a:normAutofit/>
          </a:bodyPr>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Cliquez pour éditer le format du plan de texte</a:t>
            </a:r>
            <a:endParaRPr lang="fr-FR" sz="2800" b="0" u="none" strike="noStrike">
              <a:solidFill>
                <a:srgbClr val="003366"/>
              </a:solidFill>
              <a:effectLst/>
              <a:uFillTx/>
              <a:latin typeface="Arial"/>
            </a:endParaRPr>
          </a:p>
          <a:p>
            <a:pPr marL="743040" lvl="1" indent="-285840">
              <a:spcBef>
                <a:spcPts val="700"/>
              </a:spcBef>
              <a:buClr>
                <a:srgbClr val="003366"/>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Second niveau de plan</a:t>
            </a:r>
            <a:endParaRPr lang="fr-FR" sz="2800" b="0" u="none" strike="noStrike">
              <a:solidFill>
                <a:srgbClr val="003366"/>
              </a:solidFill>
              <a:effectLst/>
              <a:uFillTx/>
              <a:latin typeface="Arial"/>
            </a:endParaRPr>
          </a:p>
          <a:p>
            <a:pPr marL="1143000" lvl="2" indent="-22860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Troisième niveau de plan</a:t>
            </a:r>
            <a:endParaRPr lang="fr-FR" sz="2800" b="0" u="none" strike="noStrike">
              <a:solidFill>
                <a:srgbClr val="003366"/>
              </a:solidFill>
              <a:effectLst/>
              <a:uFillTx/>
              <a:latin typeface="Arial"/>
            </a:endParaRPr>
          </a:p>
          <a:p>
            <a:pPr marL="1600200" lvl="3" indent="-228600">
              <a:spcBef>
                <a:spcPts val="700"/>
              </a:spcBef>
              <a:buClr>
                <a:srgbClr val="003366"/>
              </a:buClr>
              <a:buSzPct val="8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Quatrième niveau de plan</a:t>
            </a:r>
            <a:endParaRPr lang="fr-FR" sz="2800" b="0" u="none" strike="noStrike">
              <a:solidFill>
                <a:srgbClr val="003366"/>
              </a:solidFill>
              <a:effectLst/>
              <a:uFillTx/>
              <a:latin typeface="Arial"/>
            </a:endParaRPr>
          </a:p>
          <a:p>
            <a:pPr marL="2057400" lvl="4" indent="-228600">
              <a:spcBef>
                <a:spcPts val="700"/>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Cinquième niveau de plan</a:t>
            </a:r>
            <a:endParaRPr lang="fr-FR" sz="2800" b="0" u="none" strike="noStrike">
              <a:solidFill>
                <a:srgbClr val="003366"/>
              </a:solidFill>
              <a:effectLst/>
              <a:uFillTx/>
              <a:latin typeface="Arial"/>
            </a:endParaRPr>
          </a:p>
          <a:p>
            <a:pPr marL="2057400" lvl="5" indent="-228600">
              <a:spcBef>
                <a:spcPts val="700"/>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Sixième niveau de plan</a:t>
            </a:r>
            <a:endParaRPr lang="fr-FR" sz="2800" b="0" u="none" strike="noStrike">
              <a:solidFill>
                <a:srgbClr val="003366"/>
              </a:solidFill>
              <a:effectLst/>
              <a:uFillTx/>
              <a:latin typeface="Arial"/>
            </a:endParaRPr>
          </a:p>
          <a:p>
            <a:pPr marL="2057400" lvl="6" indent="-228600">
              <a:spcBef>
                <a:spcPts val="700"/>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Septième niveau de plan</a:t>
            </a:r>
            <a:endParaRPr lang="fr-FR" sz="2800" b="0" u="none" strike="noStrike">
              <a:solidFill>
                <a:srgbClr val="003366"/>
              </a:solidFill>
              <a:effectLst/>
              <a:uFillTx/>
              <a:latin typeface="Arial"/>
            </a:endParaRPr>
          </a:p>
        </p:txBody>
      </p:sp>
      <p:sp>
        <p:nvSpPr>
          <p:cNvPr id="11" name="PlaceHolder 3"/>
          <p:cNvSpPr>
            <a:spLocks noGrp="1"/>
          </p:cNvSpPr>
          <p:nvPr>
            <p:ph type="dt" idx="1"/>
          </p:nvPr>
        </p:nvSpPr>
        <p:spPr>
          <a:xfrm>
            <a:off x="2438280" y="6248520"/>
            <a:ext cx="2130480" cy="47448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lang="fr-FR" sz="1400" b="0" u="none" strike="noStrike">
                <a:solidFill>
                  <a:srgbClr val="003366"/>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400" b="0" u="none" strike="noStrike">
                <a:solidFill>
                  <a:srgbClr val="003366"/>
                </a:solidFill>
                <a:effectLst/>
                <a:uFillTx/>
                <a:latin typeface="Times New Roman"/>
              </a:rPr>
              <a:t>&lt;date/heure&gt;</a:t>
            </a:r>
            <a:endParaRPr lang="fr-FR" sz="1400" b="0" u="none" strike="noStrike">
              <a:solidFill>
                <a:srgbClr val="000000"/>
              </a:solidFill>
              <a:effectLst/>
              <a:uFillTx/>
              <a:latin typeface="Times New Roman"/>
            </a:endParaRPr>
          </a:p>
        </p:txBody>
      </p:sp>
      <p:sp>
        <p:nvSpPr>
          <p:cNvPr id="12" name="PlaceHolder 4"/>
          <p:cNvSpPr>
            <a:spLocks noGrp="1"/>
          </p:cNvSpPr>
          <p:nvPr>
            <p:ph type="ftr" idx="2"/>
          </p:nvPr>
        </p:nvSpPr>
        <p:spPr>
          <a:xfrm>
            <a:off x="5790960" y="6248520"/>
            <a:ext cx="2896920" cy="474480"/>
          </a:xfrm>
          <a:prstGeom prst="rect">
            <a:avLst/>
          </a:prstGeom>
          <a:noFill/>
          <a:ln w="0">
            <a:noFill/>
          </a:ln>
        </p:spPr>
        <p:txBody>
          <a:bodyPr lIns="90000" rIns="90000" tIns="46800" bIns="46800" anchor="b">
            <a:noAutofit/>
          </a:bodyPr>
          <a:lstStyle>
            <a:lvl1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lang="fr-FR" sz="1400" b="0" u="none" strike="noStrike">
                <a:solidFill>
                  <a:srgbClr val="003366"/>
                </a:solidFill>
                <a:effectLst/>
                <a:uFillTx/>
                <a:latin typeface="Times New Roman"/>
              </a:defRPr>
            </a:lvl1pPr>
          </a:lstStyle>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400" b="0" u="none" strike="noStrike">
                <a:solidFill>
                  <a:srgbClr val="003366"/>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13" name="PlaceHolder 5"/>
          <p:cNvSpPr>
            <a:spLocks noGrp="1"/>
          </p:cNvSpPr>
          <p:nvPr>
            <p:ph type="sldNum" idx="3"/>
          </p:nvPr>
        </p:nvSpPr>
        <p:spPr>
          <a:xfrm>
            <a:off x="83880" y="6242040"/>
            <a:ext cx="587160" cy="488880"/>
          </a:xfrm>
          <a:prstGeom prst="rect">
            <a:avLst/>
          </a:prstGeom>
          <a:noFill/>
          <a:ln w="0">
            <a:noFill/>
          </a:ln>
        </p:spPr>
        <p:txBody>
          <a:bodyPr lIns="90000" rIns="90000" tIns="46800" bIns="46800" anchor="b" anchorCtr="1">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lang="fr-FR" sz="2600" b="1" u="none" strike="noStrike">
                <a:solidFill>
                  <a:srgbClr val="ffffff"/>
                </a:solidFill>
                <a:effectLst/>
                <a:uFillTx/>
                <a:latin typeface="Times New Roman"/>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7E5154A-9F5C-4222-BB31-F54F229EC272}" type="slidenum">
              <a:rPr lang="fr-FR" sz="2600" b="1" u="none" strike="noStrike">
                <a:solidFill>
                  <a:srgbClr val="ffffff"/>
                </a:solidFill>
                <a:effectLst/>
                <a:uFillTx/>
                <a:latin typeface="Times New Roman"/>
              </a:rPr>
              <a:t>&lt;numéro&gt;</a:t>
            </a:fld>
            <a:endParaRPr lang="fr-FR" sz="26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Standard">
    <p:bg>
      <p:bgPr>
        <a:solidFill>
          <a:srgbClr val="ffffff"/>
        </a:solidFill>
      </p:bgPr>
    </p:bg>
    <p:spTree>
      <p:nvGrpSpPr>
        <p:cNvPr id="1" name=""/>
        <p:cNvGrpSpPr/>
        <p:nvPr/>
      </p:nvGrpSpPr>
      <p:grpSpPr>
        <a:xfrm>
          <a:off x="0" y="0"/>
          <a:ext cx="0" cy="0"/>
          <a:chOff x="0" y="0"/>
          <a:chExt cx="0" cy="0"/>
        </a:xfrm>
      </p:grpSpPr>
      <p:grpSp>
        <p:nvGrpSpPr>
          <p:cNvPr id="14" name=""/>
          <p:cNvGrpSpPr/>
          <p:nvPr/>
        </p:nvGrpSpPr>
        <p:grpSpPr>
          <a:xfrm>
            <a:off x="0" y="0"/>
            <a:ext cx="7620120" cy="6858000"/>
            <a:chOff x="0" y="0"/>
            <a:chExt cx="7620120" cy="6858000"/>
          </a:xfrm>
        </p:grpSpPr>
        <p:grpSp>
          <p:nvGrpSpPr>
            <p:cNvPr id="15" name=""/>
            <p:cNvGrpSpPr/>
            <p:nvPr/>
          </p:nvGrpSpPr>
          <p:grpSpPr>
            <a:xfrm>
              <a:off x="0" y="0"/>
              <a:ext cx="3200400" cy="6858000"/>
              <a:chOff x="0" y="0"/>
              <a:chExt cx="3200400" cy="6858000"/>
            </a:xfrm>
          </p:grpSpPr>
          <p:sp>
            <p:nvSpPr>
              <p:cNvPr id="4" name=""/>
              <p:cNvSpPr/>
              <p:nvPr/>
            </p:nvSpPr>
            <p:spPr>
              <a:xfrm>
                <a:off x="0" y="0"/>
                <a:ext cx="762120" cy="6858000"/>
              </a:xfrm>
              <a:prstGeom prst="rect">
                <a:avLst/>
              </a:prstGeom>
              <a:solidFill>
                <a:srgbClr val="99cc99"/>
              </a:solidFill>
              <a:ln w="0">
                <a:noFill/>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5" name=""/>
              <p:cNvSpPr/>
              <p:nvPr/>
            </p:nvSpPr>
            <p:spPr>
              <a:xfrm>
                <a:off x="457200" y="0"/>
                <a:ext cx="2743200" cy="1166760"/>
              </a:xfrm>
              <a:custGeom>
                <a:avLst/>
                <a:gdLst/>
                <a:ahLst/>
                <a:rect l="l" t="t"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rgbClr val="99cc99"/>
              </a:solidFill>
              <a:ln w="0">
                <a:noFill/>
              </a:ln>
            </p:spPr>
            <p:style>
              <a:lnRef idx="0"/>
              <a:fillRef idx="0"/>
              <a:effectRef idx="0"/>
              <a:fontRef idx="minor"/>
            </p:style>
            <p:txBody>
              <a:bodyPr wrap="none" anchor="t">
                <a:noAutofit/>
              </a:bodyPr>
              <a:p>
                <a:endParaRPr lang="fr-FR" sz="1800" b="0" u="none" strike="noStrike">
                  <a:solidFill>
                    <a:srgbClr val="003366"/>
                  </a:solidFill>
                  <a:effectLst/>
                  <a:uFillTx/>
                  <a:latin typeface="Arial"/>
                </a:endParaRPr>
              </a:p>
            </p:txBody>
          </p:sp>
        </p:grpSp>
        <p:grpSp>
          <p:nvGrpSpPr>
            <p:cNvPr id="16" name=""/>
            <p:cNvGrpSpPr/>
            <p:nvPr/>
          </p:nvGrpSpPr>
          <p:grpSpPr>
            <a:xfrm>
              <a:off x="228600" y="1981080"/>
              <a:ext cx="7391520" cy="319320"/>
              <a:chOff x="228600" y="1981080"/>
              <a:chExt cx="7391520" cy="319320"/>
            </a:xfrm>
          </p:grpSpPr>
          <p:sp>
            <p:nvSpPr>
              <p:cNvPr id="7" name=""/>
              <p:cNvSpPr/>
              <p:nvPr/>
            </p:nvSpPr>
            <p:spPr>
              <a:xfrm>
                <a:off x="609480" y="1981080"/>
                <a:ext cx="7010640" cy="317520"/>
              </a:xfrm>
              <a:prstGeom prst="roundRect">
                <a:avLst>
                  <a:gd name="adj" fmla="val 0"/>
                </a:avLst>
              </a:prstGeom>
              <a:solidFill>
                <a:srgbClr val="003366"/>
              </a:solidFill>
              <a:ln w="0">
                <a:noFill/>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8" name=""/>
              <p:cNvSpPr/>
              <p:nvPr/>
            </p:nvSpPr>
            <p:spPr>
              <a:xfrm flipH="1">
                <a:off x="228600" y="1981080"/>
                <a:ext cx="393840" cy="319320"/>
              </a:xfrm>
              <a:prstGeom prst="flowChartDelay">
                <a:avLst/>
              </a:prstGeom>
              <a:solidFill>
                <a:srgbClr val="003366"/>
              </a:solidFill>
              <a:ln w="0">
                <a:noFill/>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grpSp>
      </p:grpSp>
      <p:sp>
        <p:nvSpPr>
          <p:cNvPr id="17" name="PlaceHolder 1"/>
          <p:cNvSpPr>
            <a:spLocks noGrp="1"/>
          </p:cNvSpPr>
          <p:nvPr>
            <p:ph type="title"/>
          </p:nvPr>
        </p:nvSpPr>
        <p:spPr>
          <a:xfrm>
            <a:off x="834120" y="834120"/>
            <a:ext cx="7779960" cy="998280"/>
          </a:xfrm>
          <a:prstGeom prst="rect">
            <a:avLst/>
          </a:prstGeom>
          <a:noFill/>
          <a:ln w="0">
            <a:noFill/>
          </a:ln>
        </p:spPr>
        <p:txBody>
          <a:bodyPr lIns="90000" rIns="90000" tIns="46800" bIns="46800" anchor="b">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Cliquez pour éditer le format du texte-titre</a:t>
            </a:r>
            <a:endParaRPr lang="fr-FR" sz="3600" b="1" u="none" strike="noStrike">
              <a:solidFill>
                <a:srgbClr val="006666"/>
              </a:solidFill>
              <a:effectLst/>
              <a:uFillTx/>
              <a:latin typeface="Arial"/>
            </a:endParaRPr>
          </a:p>
        </p:txBody>
      </p:sp>
      <p:sp>
        <p:nvSpPr>
          <p:cNvPr id="18" name="PlaceHolder 2"/>
          <p:cNvSpPr>
            <a:spLocks noGrp="1"/>
          </p:cNvSpPr>
          <p:nvPr>
            <p:ph type="body"/>
          </p:nvPr>
        </p:nvSpPr>
        <p:spPr>
          <a:xfrm>
            <a:off x="838080" y="2361960"/>
            <a:ext cx="7693200" cy="3724200"/>
          </a:xfrm>
          <a:prstGeom prst="rect">
            <a:avLst/>
          </a:prstGeom>
          <a:noFill/>
          <a:ln w="0">
            <a:noFill/>
          </a:ln>
        </p:spPr>
        <p:txBody>
          <a:bodyPr lIns="90000" rIns="90000" tIns="46800" bIns="46800" anchor="t">
            <a:normAutofit/>
          </a:bodyPr>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Cliquez pour éditer le format du plan de texte</a:t>
            </a:r>
            <a:endParaRPr lang="fr-FR" sz="2800" b="0" u="none" strike="noStrike">
              <a:solidFill>
                <a:srgbClr val="003366"/>
              </a:solidFill>
              <a:effectLst/>
              <a:uFillTx/>
              <a:latin typeface="Arial"/>
            </a:endParaRPr>
          </a:p>
          <a:p>
            <a:pPr marL="743040" lvl="1" indent="-285840">
              <a:spcBef>
                <a:spcPts val="700"/>
              </a:spcBef>
              <a:buClr>
                <a:srgbClr val="003366"/>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Second niveau de plan</a:t>
            </a:r>
            <a:endParaRPr lang="fr-FR" sz="2800" b="0" u="none" strike="noStrike">
              <a:solidFill>
                <a:srgbClr val="003366"/>
              </a:solidFill>
              <a:effectLst/>
              <a:uFillTx/>
              <a:latin typeface="Arial"/>
            </a:endParaRPr>
          </a:p>
          <a:p>
            <a:pPr marL="1143000" lvl="2" indent="-22860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Troisième niveau de plan</a:t>
            </a:r>
            <a:endParaRPr lang="fr-FR" sz="2800" b="0" u="none" strike="noStrike">
              <a:solidFill>
                <a:srgbClr val="003366"/>
              </a:solidFill>
              <a:effectLst/>
              <a:uFillTx/>
              <a:latin typeface="Arial"/>
            </a:endParaRPr>
          </a:p>
          <a:p>
            <a:pPr marL="1600200" lvl="3" indent="-228600">
              <a:spcBef>
                <a:spcPts val="700"/>
              </a:spcBef>
              <a:buClr>
                <a:srgbClr val="003366"/>
              </a:buClr>
              <a:buSzPct val="8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Quatrième niveau de plan</a:t>
            </a:r>
            <a:endParaRPr lang="fr-FR" sz="2800" b="0" u="none" strike="noStrike">
              <a:solidFill>
                <a:srgbClr val="003366"/>
              </a:solidFill>
              <a:effectLst/>
              <a:uFillTx/>
              <a:latin typeface="Arial"/>
            </a:endParaRPr>
          </a:p>
          <a:p>
            <a:pPr marL="2057400" lvl="4" indent="-228600">
              <a:spcBef>
                <a:spcPts val="700"/>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Cinquième niveau de plan</a:t>
            </a:r>
            <a:endParaRPr lang="fr-FR" sz="2800" b="0" u="none" strike="noStrike">
              <a:solidFill>
                <a:srgbClr val="003366"/>
              </a:solidFill>
              <a:effectLst/>
              <a:uFillTx/>
              <a:latin typeface="Arial"/>
            </a:endParaRPr>
          </a:p>
          <a:p>
            <a:pPr marL="2057400" lvl="5" indent="-228600">
              <a:spcBef>
                <a:spcPts val="700"/>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Sixième niveau de plan</a:t>
            </a:r>
            <a:endParaRPr lang="fr-FR" sz="2800" b="0" u="none" strike="noStrike">
              <a:solidFill>
                <a:srgbClr val="003366"/>
              </a:solidFill>
              <a:effectLst/>
              <a:uFillTx/>
              <a:latin typeface="Arial"/>
            </a:endParaRPr>
          </a:p>
          <a:p>
            <a:pPr marL="2057400" lvl="6" indent="-228600">
              <a:spcBef>
                <a:spcPts val="700"/>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Septième niveau de plan</a:t>
            </a:r>
            <a:endParaRPr lang="fr-FR" sz="2800" b="0" u="none" strike="noStrike">
              <a:solidFill>
                <a:srgbClr val="003366"/>
              </a:solidFill>
              <a:effectLst/>
              <a:uFillTx/>
              <a:latin typeface="Arial"/>
            </a:endParaRPr>
          </a:p>
        </p:txBody>
      </p:sp>
      <p:sp>
        <p:nvSpPr>
          <p:cNvPr id="19" name="PlaceHolder 3"/>
          <p:cNvSpPr>
            <a:spLocks noGrp="1"/>
          </p:cNvSpPr>
          <p:nvPr>
            <p:ph type="dt" idx="4"/>
          </p:nvPr>
        </p:nvSpPr>
        <p:spPr>
          <a:xfrm>
            <a:off x="2438280" y="6248520"/>
            <a:ext cx="2130480" cy="47448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lang="fr-FR" sz="1400" b="0" u="none" strike="noStrike">
                <a:solidFill>
                  <a:srgbClr val="003366"/>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400" b="0" u="none" strike="noStrike">
                <a:solidFill>
                  <a:srgbClr val="003366"/>
                </a:solidFill>
                <a:effectLst/>
                <a:uFillTx/>
                <a:latin typeface="Times New Roman"/>
              </a:rPr>
              <a:t>&lt;date/heure&gt;</a:t>
            </a:r>
            <a:endParaRPr lang="fr-FR" sz="1400" b="0" u="none" strike="noStrike">
              <a:solidFill>
                <a:srgbClr val="000000"/>
              </a:solidFill>
              <a:effectLst/>
              <a:uFillTx/>
              <a:latin typeface="Times New Roman"/>
            </a:endParaRPr>
          </a:p>
        </p:txBody>
      </p:sp>
      <p:sp>
        <p:nvSpPr>
          <p:cNvPr id="20" name="PlaceHolder 4"/>
          <p:cNvSpPr>
            <a:spLocks noGrp="1"/>
          </p:cNvSpPr>
          <p:nvPr>
            <p:ph type="ftr" idx="5"/>
          </p:nvPr>
        </p:nvSpPr>
        <p:spPr>
          <a:xfrm>
            <a:off x="5790960" y="6248520"/>
            <a:ext cx="2896920" cy="474480"/>
          </a:xfrm>
          <a:prstGeom prst="rect">
            <a:avLst/>
          </a:prstGeom>
          <a:noFill/>
          <a:ln w="0">
            <a:noFill/>
          </a:ln>
        </p:spPr>
        <p:txBody>
          <a:bodyPr lIns="90000" rIns="90000" tIns="46800" bIns="46800" anchor="b">
            <a:noAutofit/>
          </a:bodyPr>
          <a:lstStyle>
            <a:lvl1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lang="fr-FR" sz="1400" b="0" u="none" strike="noStrike">
                <a:solidFill>
                  <a:srgbClr val="003366"/>
                </a:solidFill>
                <a:effectLst/>
                <a:uFillTx/>
                <a:latin typeface="Times New Roman"/>
              </a:defRPr>
            </a:lvl1pPr>
          </a:lstStyle>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400" b="0" u="none" strike="noStrike">
                <a:solidFill>
                  <a:srgbClr val="003366"/>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21" name="PlaceHolder 5"/>
          <p:cNvSpPr>
            <a:spLocks noGrp="1"/>
          </p:cNvSpPr>
          <p:nvPr>
            <p:ph type="sldNum" idx="6"/>
          </p:nvPr>
        </p:nvSpPr>
        <p:spPr>
          <a:xfrm>
            <a:off x="83880" y="6242040"/>
            <a:ext cx="587160" cy="488880"/>
          </a:xfrm>
          <a:prstGeom prst="rect">
            <a:avLst/>
          </a:prstGeom>
          <a:noFill/>
          <a:ln w="0">
            <a:noFill/>
          </a:ln>
        </p:spPr>
        <p:txBody>
          <a:bodyPr lIns="90000" rIns="90000" tIns="46800" bIns="46800" anchor="b" anchorCtr="1">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lang="fr-FR" sz="2600" b="1" u="none" strike="noStrike">
                <a:solidFill>
                  <a:srgbClr val="ffffff"/>
                </a:solidFill>
                <a:effectLst/>
                <a:uFillTx/>
                <a:latin typeface="Times New Roman"/>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721C787-E8CA-4197-A88A-09566F75B1CE}" type="slidenum">
              <a:rPr lang="fr-FR" sz="2600" b="1" u="none" strike="noStrike">
                <a:solidFill>
                  <a:srgbClr val="ffffff"/>
                </a:solidFill>
                <a:effectLst/>
                <a:uFillTx/>
                <a:latin typeface="Times New Roman"/>
              </a:rPr>
              <a:t>&lt;numéro&gt;</a:t>
            </a:fld>
            <a:endParaRPr lang="fr-FR" sz="26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Obj" preserve="1">
  <p:cSld name="Standard">
    <p:bg>
      <p:bgPr>
        <a:solidFill>
          <a:srgbClr val="ffffff"/>
        </a:solidFill>
      </p:bgPr>
    </p:bg>
    <p:spTree>
      <p:nvGrpSpPr>
        <p:cNvPr id="1" name=""/>
        <p:cNvGrpSpPr/>
        <p:nvPr/>
      </p:nvGrpSpPr>
      <p:grpSpPr>
        <a:xfrm>
          <a:off x="0" y="0"/>
          <a:ext cx="0" cy="0"/>
          <a:chOff x="0" y="0"/>
          <a:chExt cx="0" cy="0"/>
        </a:xfrm>
      </p:grpSpPr>
      <p:grpSp>
        <p:nvGrpSpPr>
          <p:cNvPr id="22" name=""/>
          <p:cNvGrpSpPr/>
          <p:nvPr/>
        </p:nvGrpSpPr>
        <p:grpSpPr>
          <a:xfrm>
            <a:off x="0" y="0"/>
            <a:ext cx="7620120" cy="6858000"/>
            <a:chOff x="0" y="0"/>
            <a:chExt cx="7620120" cy="6858000"/>
          </a:xfrm>
        </p:grpSpPr>
        <p:grpSp>
          <p:nvGrpSpPr>
            <p:cNvPr id="23" name=""/>
            <p:cNvGrpSpPr/>
            <p:nvPr/>
          </p:nvGrpSpPr>
          <p:grpSpPr>
            <a:xfrm>
              <a:off x="0" y="0"/>
              <a:ext cx="3200400" cy="6858000"/>
              <a:chOff x="0" y="0"/>
              <a:chExt cx="3200400" cy="6858000"/>
            </a:xfrm>
          </p:grpSpPr>
          <p:sp>
            <p:nvSpPr>
              <p:cNvPr id="4" name=""/>
              <p:cNvSpPr/>
              <p:nvPr/>
            </p:nvSpPr>
            <p:spPr>
              <a:xfrm>
                <a:off x="0" y="0"/>
                <a:ext cx="762120" cy="6858000"/>
              </a:xfrm>
              <a:prstGeom prst="rect">
                <a:avLst/>
              </a:prstGeom>
              <a:solidFill>
                <a:srgbClr val="99cc99"/>
              </a:solidFill>
              <a:ln w="0">
                <a:noFill/>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5" name=""/>
              <p:cNvSpPr/>
              <p:nvPr/>
            </p:nvSpPr>
            <p:spPr>
              <a:xfrm>
                <a:off x="457200" y="0"/>
                <a:ext cx="2743200" cy="1166760"/>
              </a:xfrm>
              <a:custGeom>
                <a:avLst/>
                <a:gdLst/>
                <a:ahLst/>
                <a:rect l="l" t="t"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rgbClr val="99cc99"/>
              </a:solidFill>
              <a:ln w="0">
                <a:noFill/>
              </a:ln>
            </p:spPr>
            <p:style>
              <a:lnRef idx="0"/>
              <a:fillRef idx="0"/>
              <a:effectRef idx="0"/>
              <a:fontRef idx="minor"/>
            </p:style>
            <p:txBody>
              <a:bodyPr wrap="none" anchor="t">
                <a:noAutofit/>
              </a:bodyPr>
              <a:p>
                <a:endParaRPr lang="fr-FR" sz="1800" b="0" u="none" strike="noStrike">
                  <a:solidFill>
                    <a:srgbClr val="003366"/>
                  </a:solidFill>
                  <a:effectLst/>
                  <a:uFillTx/>
                  <a:latin typeface="Arial"/>
                </a:endParaRPr>
              </a:p>
            </p:txBody>
          </p:sp>
        </p:grpSp>
        <p:grpSp>
          <p:nvGrpSpPr>
            <p:cNvPr id="24" name=""/>
            <p:cNvGrpSpPr/>
            <p:nvPr/>
          </p:nvGrpSpPr>
          <p:grpSpPr>
            <a:xfrm>
              <a:off x="228600" y="1981080"/>
              <a:ext cx="7391520" cy="319320"/>
              <a:chOff x="228600" y="1981080"/>
              <a:chExt cx="7391520" cy="319320"/>
            </a:xfrm>
          </p:grpSpPr>
          <p:sp>
            <p:nvSpPr>
              <p:cNvPr id="7" name=""/>
              <p:cNvSpPr/>
              <p:nvPr/>
            </p:nvSpPr>
            <p:spPr>
              <a:xfrm>
                <a:off x="609480" y="1981080"/>
                <a:ext cx="7010640" cy="317520"/>
              </a:xfrm>
              <a:prstGeom prst="roundRect">
                <a:avLst>
                  <a:gd name="adj" fmla="val 0"/>
                </a:avLst>
              </a:prstGeom>
              <a:solidFill>
                <a:srgbClr val="003366"/>
              </a:solidFill>
              <a:ln w="0">
                <a:noFill/>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8" name=""/>
              <p:cNvSpPr/>
              <p:nvPr/>
            </p:nvSpPr>
            <p:spPr>
              <a:xfrm flipH="1">
                <a:off x="228600" y="1981080"/>
                <a:ext cx="393840" cy="319320"/>
              </a:xfrm>
              <a:prstGeom prst="flowChartDelay">
                <a:avLst/>
              </a:prstGeom>
              <a:solidFill>
                <a:srgbClr val="003366"/>
              </a:solidFill>
              <a:ln w="0">
                <a:noFill/>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grpSp>
      </p:grpSp>
      <p:sp>
        <p:nvSpPr>
          <p:cNvPr id="25" name="PlaceHolder 1"/>
          <p:cNvSpPr>
            <a:spLocks noGrp="1"/>
          </p:cNvSpPr>
          <p:nvPr>
            <p:ph type="title"/>
          </p:nvPr>
        </p:nvSpPr>
        <p:spPr>
          <a:xfrm>
            <a:off x="834120" y="834120"/>
            <a:ext cx="7779960" cy="998280"/>
          </a:xfrm>
          <a:prstGeom prst="rect">
            <a:avLst/>
          </a:prstGeom>
          <a:noFill/>
          <a:ln w="0">
            <a:noFill/>
          </a:ln>
        </p:spPr>
        <p:txBody>
          <a:bodyPr lIns="90000" rIns="90000" tIns="46800" bIns="46800" anchor="b">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Cliquez pour éditer le format du texte-titre</a:t>
            </a:r>
            <a:endParaRPr lang="fr-FR" sz="3600" b="1" u="none" strike="noStrike">
              <a:solidFill>
                <a:srgbClr val="006666"/>
              </a:solidFill>
              <a:effectLst/>
              <a:uFillTx/>
              <a:latin typeface="Arial"/>
            </a:endParaRPr>
          </a:p>
        </p:txBody>
      </p:sp>
      <p:sp>
        <p:nvSpPr>
          <p:cNvPr id="26" name="PlaceHolder 2"/>
          <p:cNvSpPr>
            <a:spLocks noGrp="1"/>
          </p:cNvSpPr>
          <p:nvPr>
            <p:ph type="body"/>
          </p:nvPr>
        </p:nvSpPr>
        <p:spPr>
          <a:xfrm>
            <a:off x="838080" y="2361960"/>
            <a:ext cx="7693200" cy="3724200"/>
          </a:xfrm>
          <a:prstGeom prst="rect">
            <a:avLst/>
          </a:prstGeom>
          <a:noFill/>
          <a:ln w="0">
            <a:noFill/>
          </a:ln>
        </p:spPr>
        <p:txBody>
          <a:bodyPr lIns="90000" rIns="90000" tIns="46800" bIns="46800" anchor="t">
            <a:normAutofit/>
          </a:bodyPr>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Cliquez pour éditer le format du plan de texte</a:t>
            </a:r>
            <a:endParaRPr lang="fr-FR" sz="2800" b="0" u="none" strike="noStrike">
              <a:solidFill>
                <a:srgbClr val="003366"/>
              </a:solidFill>
              <a:effectLst/>
              <a:uFillTx/>
              <a:latin typeface="Arial"/>
            </a:endParaRPr>
          </a:p>
          <a:p>
            <a:pPr marL="743040" lvl="1" indent="-285840">
              <a:spcBef>
                <a:spcPts val="700"/>
              </a:spcBef>
              <a:buClr>
                <a:srgbClr val="003366"/>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Second niveau de plan</a:t>
            </a:r>
            <a:endParaRPr lang="fr-FR" sz="2800" b="0" u="none" strike="noStrike">
              <a:solidFill>
                <a:srgbClr val="003366"/>
              </a:solidFill>
              <a:effectLst/>
              <a:uFillTx/>
              <a:latin typeface="Arial"/>
            </a:endParaRPr>
          </a:p>
          <a:p>
            <a:pPr marL="1143000" lvl="2" indent="-22860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Troisième niveau de plan</a:t>
            </a:r>
            <a:endParaRPr lang="fr-FR" sz="2800" b="0" u="none" strike="noStrike">
              <a:solidFill>
                <a:srgbClr val="003366"/>
              </a:solidFill>
              <a:effectLst/>
              <a:uFillTx/>
              <a:latin typeface="Arial"/>
            </a:endParaRPr>
          </a:p>
          <a:p>
            <a:pPr marL="1600200" lvl="3" indent="-228600">
              <a:spcBef>
                <a:spcPts val="700"/>
              </a:spcBef>
              <a:buClr>
                <a:srgbClr val="003366"/>
              </a:buClr>
              <a:buSzPct val="8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Quatrième niveau de plan</a:t>
            </a:r>
            <a:endParaRPr lang="fr-FR" sz="2800" b="0" u="none" strike="noStrike">
              <a:solidFill>
                <a:srgbClr val="003366"/>
              </a:solidFill>
              <a:effectLst/>
              <a:uFillTx/>
              <a:latin typeface="Arial"/>
            </a:endParaRPr>
          </a:p>
          <a:p>
            <a:pPr marL="2057400" lvl="4" indent="-228600">
              <a:spcBef>
                <a:spcPts val="700"/>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Cinquième niveau de plan</a:t>
            </a:r>
            <a:endParaRPr lang="fr-FR" sz="2800" b="0" u="none" strike="noStrike">
              <a:solidFill>
                <a:srgbClr val="003366"/>
              </a:solidFill>
              <a:effectLst/>
              <a:uFillTx/>
              <a:latin typeface="Arial"/>
            </a:endParaRPr>
          </a:p>
          <a:p>
            <a:pPr marL="2057400" lvl="5" indent="-228600">
              <a:spcBef>
                <a:spcPts val="700"/>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Sixième niveau de plan</a:t>
            </a:r>
            <a:endParaRPr lang="fr-FR" sz="2800" b="0" u="none" strike="noStrike">
              <a:solidFill>
                <a:srgbClr val="003366"/>
              </a:solidFill>
              <a:effectLst/>
              <a:uFillTx/>
              <a:latin typeface="Arial"/>
            </a:endParaRPr>
          </a:p>
          <a:p>
            <a:pPr marL="2057400" lvl="6" indent="-228600">
              <a:spcBef>
                <a:spcPts val="700"/>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Septième niveau de plan</a:t>
            </a:r>
            <a:endParaRPr lang="fr-FR" sz="2800" b="0" u="none" strike="noStrike">
              <a:solidFill>
                <a:srgbClr val="003366"/>
              </a:solidFill>
              <a:effectLst/>
              <a:uFillTx/>
              <a:latin typeface="Arial"/>
            </a:endParaRPr>
          </a:p>
        </p:txBody>
      </p:sp>
      <p:sp>
        <p:nvSpPr>
          <p:cNvPr id="27" name="PlaceHolder 3"/>
          <p:cNvSpPr>
            <a:spLocks noGrp="1"/>
          </p:cNvSpPr>
          <p:nvPr>
            <p:ph type="dt" idx="7"/>
          </p:nvPr>
        </p:nvSpPr>
        <p:spPr>
          <a:xfrm>
            <a:off x="2438280" y="6248520"/>
            <a:ext cx="2130480" cy="47448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lang="fr-FR" sz="1400" b="0" u="none" strike="noStrike">
                <a:solidFill>
                  <a:srgbClr val="003366"/>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400" b="0" u="none" strike="noStrike">
                <a:solidFill>
                  <a:srgbClr val="003366"/>
                </a:solidFill>
                <a:effectLst/>
                <a:uFillTx/>
                <a:latin typeface="Times New Roman"/>
              </a:rPr>
              <a:t>&lt;date/heure&gt;</a:t>
            </a:r>
            <a:endParaRPr lang="fr-FR" sz="1400" b="0" u="none" strike="noStrike">
              <a:solidFill>
                <a:srgbClr val="000000"/>
              </a:solidFill>
              <a:effectLst/>
              <a:uFillTx/>
              <a:latin typeface="Times New Roman"/>
            </a:endParaRPr>
          </a:p>
        </p:txBody>
      </p:sp>
      <p:sp>
        <p:nvSpPr>
          <p:cNvPr id="28" name="PlaceHolder 4"/>
          <p:cNvSpPr>
            <a:spLocks noGrp="1"/>
          </p:cNvSpPr>
          <p:nvPr>
            <p:ph type="ftr" idx="8"/>
          </p:nvPr>
        </p:nvSpPr>
        <p:spPr>
          <a:xfrm>
            <a:off x="5790960" y="6248520"/>
            <a:ext cx="2896920" cy="474480"/>
          </a:xfrm>
          <a:prstGeom prst="rect">
            <a:avLst/>
          </a:prstGeom>
          <a:noFill/>
          <a:ln w="0">
            <a:noFill/>
          </a:ln>
        </p:spPr>
        <p:txBody>
          <a:bodyPr lIns="90000" rIns="90000" tIns="46800" bIns="46800" anchor="b">
            <a:noAutofit/>
          </a:bodyPr>
          <a:lstStyle>
            <a:lvl1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lang="fr-FR" sz="1400" b="0" u="none" strike="noStrike">
                <a:solidFill>
                  <a:srgbClr val="003366"/>
                </a:solidFill>
                <a:effectLst/>
                <a:uFillTx/>
                <a:latin typeface="Times New Roman"/>
              </a:defRPr>
            </a:lvl1pPr>
          </a:lstStyle>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400" b="0" u="none" strike="noStrike">
                <a:solidFill>
                  <a:srgbClr val="003366"/>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29" name="PlaceHolder 5"/>
          <p:cNvSpPr>
            <a:spLocks noGrp="1"/>
          </p:cNvSpPr>
          <p:nvPr>
            <p:ph type="sldNum" idx="9"/>
          </p:nvPr>
        </p:nvSpPr>
        <p:spPr>
          <a:xfrm>
            <a:off x="83880" y="6242040"/>
            <a:ext cx="587160" cy="488880"/>
          </a:xfrm>
          <a:prstGeom prst="rect">
            <a:avLst/>
          </a:prstGeom>
          <a:noFill/>
          <a:ln w="0">
            <a:noFill/>
          </a:ln>
        </p:spPr>
        <p:txBody>
          <a:bodyPr lIns="90000" rIns="90000" tIns="46800" bIns="46800" anchor="b" anchorCtr="1">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lang="fr-FR" sz="2600" b="1" u="none" strike="noStrike">
                <a:solidFill>
                  <a:srgbClr val="ffffff"/>
                </a:solidFill>
                <a:effectLst/>
                <a:uFillTx/>
                <a:latin typeface="Times New Roman"/>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BDFA9FD-29D1-40D5-A017-4E06D0FEFC2A}" type="slidenum">
              <a:rPr lang="fr-FR" sz="2600" b="1" u="none" strike="noStrike">
                <a:solidFill>
                  <a:srgbClr val="ffffff"/>
                </a:solidFill>
                <a:effectLst/>
                <a:uFillTx/>
                <a:latin typeface="Times New Roman"/>
              </a:rPr>
              <a:t>&lt;numéro&gt;</a:t>
            </a:fld>
            <a:endParaRPr lang="fr-FR" sz="26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re1">
    <p:bg>
      <p:bgPr>
        <a:solidFill>
          <a:srgbClr val="ffffff"/>
        </a:solidFill>
      </p:bgPr>
    </p:bg>
    <p:spTree>
      <p:nvGrpSpPr>
        <p:cNvPr id="1" name=""/>
        <p:cNvGrpSpPr/>
        <p:nvPr/>
      </p:nvGrpSpPr>
      <p:grpSpPr>
        <a:xfrm>
          <a:off x="0" y="0"/>
          <a:ext cx="0" cy="0"/>
          <a:chOff x="0" y="0"/>
          <a:chExt cx="0" cy="0"/>
        </a:xfrm>
      </p:grpSpPr>
      <p:grpSp>
        <p:nvGrpSpPr>
          <p:cNvPr id="30" name=""/>
          <p:cNvGrpSpPr/>
          <p:nvPr/>
        </p:nvGrpSpPr>
        <p:grpSpPr>
          <a:xfrm>
            <a:off x="0" y="0"/>
            <a:ext cx="5867280" cy="6858000"/>
            <a:chOff x="0" y="0"/>
            <a:chExt cx="5867280" cy="6858000"/>
          </a:xfrm>
        </p:grpSpPr>
        <p:sp>
          <p:nvSpPr>
            <p:cNvPr id="31" name=""/>
            <p:cNvSpPr/>
            <p:nvPr/>
          </p:nvSpPr>
          <p:spPr>
            <a:xfrm>
              <a:off x="0" y="0"/>
              <a:ext cx="4572000" cy="6858000"/>
            </a:xfrm>
            <a:prstGeom prst="rect">
              <a:avLst/>
            </a:prstGeom>
            <a:solidFill>
              <a:srgbClr val="99cc99"/>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1800" b="0" u="none" strike="noStrike">
                <a:solidFill>
                  <a:srgbClr val="003366"/>
                </a:solidFill>
                <a:effectLst/>
                <a:uFillTx/>
                <a:latin typeface="Arial"/>
              </a:endParaRPr>
            </a:p>
          </p:txBody>
        </p:sp>
        <p:sp>
          <p:nvSpPr>
            <p:cNvPr id="32" name=""/>
            <p:cNvSpPr/>
            <p:nvPr/>
          </p:nvSpPr>
          <p:spPr>
            <a:xfrm>
              <a:off x="685800" y="990720"/>
              <a:ext cx="5181480" cy="1904760"/>
            </a:xfrm>
            <a:prstGeom prst="roundRect">
              <a:avLst>
                <a:gd name="adj" fmla="val 50000"/>
              </a:avLst>
            </a:prstGeom>
            <a:solidFill>
              <a:srgbClr val="ffffff"/>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1800" b="0" u="none" strike="noStrike">
                <a:solidFill>
                  <a:srgbClr val="003366"/>
                </a:solidFill>
                <a:effectLst/>
                <a:uFillTx/>
                <a:latin typeface="Arial"/>
              </a:endParaRPr>
            </a:p>
          </p:txBody>
        </p:sp>
      </p:grpSp>
      <p:grpSp>
        <p:nvGrpSpPr>
          <p:cNvPr id="33" name=""/>
          <p:cNvGrpSpPr/>
          <p:nvPr/>
        </p:nvGrpSpPr>
        <p:grpSpPr>
          <a:xfrm>
            <a:off x="3632040" y="4889520"/>
            <a:ext cx="4876920" cy="318960"/>
            <a:chOff x="3632040" y="4889520"/>
            <a:chExt cx="4876920" cy="318960"/>
          </a:xfrm>
        </p:grpSpPr>
        <p:sp>
          <p:nvSpPr>
            <p:cNvPr id="34" name=""/>
            <p:cNvSpPr/>
            <p:nvPr/>
          </p:nvSpPr>
          <p:spPr>
            <a:xfrm flipH="1">
              <a:off x="3632040" y="4889520"/>
              <a:ext cx="4626000" cy="317520"/>
            </a:xfrm>
            <a:prstGeom prst="roundRect">
              <a:avLst>
                <a:gd name="adj" fmla="val 0"/>
              </a:avLst>
            </a:prstGeom>
            <a:solidFill>
              <a:srgbClr val="003366"/>
            </a:solidFill>
            <a:ln w="0">
              <a:noFill/>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35" name=""/>
            <p:cNvSpPr/>
            <p:nvPr/>
          </p:nvSpPr>
          <p:spPr>
            <a:xfrm>
              <a:off x="8248680" y="4889520"/>
              <a:ext cx="260280" cy="318960"/>
            </a:xfrm>
            <a:prstGeom prst="flowChartDelay">
              <a:avLst/>
            </a:prstGeom>
            <a:solidFill>
              <a:srgbClr val="003366"/>
            </a:solidFill>
            <a:ln w="0">
              <a:noFill/>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grpSp>
      <p:sp>
        <p:nvSpPr>
          <p:cNvPr id="36" name="PlaceHolder 1"/>
          <p:cNvSpPr>
            <a:spLocks noGrp="1"/>
          </p:cNvSpPr>
          <p:nvPr>
            <p:ph type="dt" idx="10"/>
          </p:nvPr>
        </p:nvSpPr>
        <p:spPr>
          <a:xfrm>
            <a:off x="2438280" y="6248520"/>
            <a:ext cx="2130480" cy="47448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lang="fr-FR" sz="1400" b="0" u="none" strike="noStrike">
                <a:solidFill>
                  <a:srgbClr val="ffffff"/>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400" b="0" u="none" strike="noStrike">
                <a:solidFill>
                  <a:srgbClr val="ffffff"/>
                </a:solidFill>
                <a:effectLst/>
                <a:uFillTx/>
                <a:latin typeface="Times New Roman"/>
              </a:rPr>
              <a:t>&lt;date/heure&gt;</a:t>
            </a:r>
            <a:endParaRPr lang="fr-FR" sz="1400" b="0" u="none" strike="noStrike">
              <a:solidFill>
                <a:srgbClr val="000000"/>
              </a:solidFill>
              <a:effectLst/>
              <a:uFillTx/>
              <a:latin typeface="Times New Roman"/>
            </a:endParaRPr>
          </a:p>
        </p:txBody>
      </p:sp>
      <p:sp>
        <p:nvSpPr>
          <p:cNvPr id="37" name="PlaceHolder 2"/>
          <p:cNvSpPr>
            <a:spLocks noGrp="1"/>
          </p:cNvSpPr>
          <p:nvPr>
            <p:ph type="ftr" idx="11"/>
          </p:nvPr>
        </p:nvSpPr>
        <p:spPr>
          <a:xfrm>
            <a:off x="5790960" y="6248520"/>
            <a:ext cx="2896920" cy="474480"/>
          </a:xfrm>
          <a:prstGeom prst="rect">
            <a:avLst/>
          </a:prstGeom>
          <a:noFill/>
          <a:ln w="0">
            <a:noFill/>
          </a:ln>
        </p:spPr>
        <p:txBody>
          <a:bodyPr lIns="90000" rIns="90000" tIns="46800" bIns="46800" anchor="b">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lang="fr-FR" sz="1400" b="0" u="none" strike="noStrike">
                <a:solidFill>
                  <a:srgbClr val="003366"/>
                </a:solidFill>
                <a:effectLst/>
                <a:uFillTx/>
                <a:latin typeface="Times New Roman"/>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400" b="0" u="none" strike="noStrike">
                <a:solidFill>
                  <a:srgbClr val="003366"/>
                </a:solidFill>
                <a:effectLst/>
                <a:uFillTx/>
                <a:latin typeface="Times New Roman"/>
              </a:rPr>
              <a:t>&lt;pied de page&gt;</a:t>
            </a:r>
            <a:endParaRPr lang="fr-FR" sz="1400" b="0" u="none" strike="noStrike">
              <a:solidFill>
                <a:srgbClr val="000000"/>
              </a:solidFill>
              <a:effectLst/>
              <a:uFillTx/>
              <a:latin typeface="Times New Roman"/>
            </a:endParaRPr>
          </a:p>
        </p:txBody>
      </p:sp>
      <p:sp>
        <p:nvSpPr>
          <p:cNvPr id="38" name="PlaceHolder 3"/>
          <p:cNvSpPr>
            <a:spLocks noGrp="1"/>
          </p:cNvSpPr>
          <p:nvPr>
            <p:ph type="sldNum" idx="12"/>
          </p:nvPr>
        </p:nvSpPr>
        <p:spPr>
          <a:xfrm>
            <a:off x="75960" y="6248520"/>
            <a:ext cx="587160" cy="488880"/>
          </a:xfrm>
          <a:prstGeom prst="rect">
            <a:avLst/>
          </a:prstGeom>
          <a:noFill/>
          <a:ln w="0">
            <a:noFill/>
          </a:ln>
        </p:spPr>
        <p:txBody>
          <a:bodyPr lIns="90000" rIns="90000" tIns="46800" bIns="46800" anchor="b">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lang="fr-FR" sz="2600" b="1" u="none" strike="noStrike">
                <a:solidFill>
                  <a:srgbClr val="ffffff"/>
                </a:solidFill>
                <a:effectLst/>
                <a:uFillTx/>
                <a:latin typeface="Times New Roman"/>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3F53666-9278-468E-9214-F408BF8E19FA}" type="slidenum">
              <a:rPr lang="fr-FR" sz="2600" b="1" u="none" strike="noStrike">
                <a:solidFill>
                  <a:srgbClr val="ffffff"/>
                </a:solidFill>
                <a:effectLst/>
                <a:uFillTx/>
                <a:latin typeface="Times New Roman"/>
              </a:rPr>
              <a:t>&lt;numéro&gt;</a:t>
            </a:fld>
            <a:endParaRPr lang="fr-FR" sz="2600" b="0" u="none" strike="noStrike">
              <a:solidFill>
                <a:srgbClr val="000000"/>
              </a:solidFill>
              <a:effectLst/>
              <a:uFillTx/>
              <a:latin typeface="Times New Roman"/>
            </a:endParaRPr>
          </a:p>
        </p:txBody>
      </p:sp>
      <p:sp>
        <p:nvSpPr>
          <p:cNvPr id="39" name="PlaceHolder 4"/>
          <p:cNvSpPr>
            <a:spLocks noGrp="1"/>
          </p:cNvSpPr>
          <p:nvPr>
            <p:ph type="title"/>
          </p:nvPr>
        </p:nvSpPr>
        <p:spPr>
          <a:xfrm>
            <a:off x="964800" y="1269360"/>
            <a:ext cx="7671600" cy="1346760"/>
          </a:xfrm>
          <a:prstGeom prst="rect">
            <a:avLst/>
          </a:prstGeom>
          <a:noFill/>
          <a:ln w="0">
            <a:noFill/>
          </a:ln>
        </p:spPr>
        <p:txBody>
          <a:bodyPr lIns="90000" rIns="90000" tIns="46800" bIns="46800" anchor="ctr">
            <a:noAutofit/>
          </a:bodyPr>
          <a:p>
            <a:pPr indent="0" algn="ctr">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3366"/>
                </a:solidFill>
                <a:effectLst/>
                <a:uFillTx/>
                <a:latin typeface="Arial"/>
              </a:rPr>
              <a:t>Cliquez pour éditer le format du texte-titre</a:t>
            </a:r>
            <a:endParaRPr lang="fr-FR" sz="3600" b="1" u="none" strike="noStrike">
              <a:solidFill>
                <a:srgbClr val="003366"/>
              </a:solidFill>
              <a:effectLst/>
              <a:uFillTx/>
              <a:latin typeface="Arial"/>
            </a:endParaRPr>
          </a:p>
        </p:txBody>
      </p:sp>
      <p:sp>
        <p:nvSpPr>
          <p:cNvPr id="40"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indent="0">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6666"/>
                </a:solidFill>
                <a:effectLst/>
                <a:uFillTx/>
                <a:latin typeface="Arial"/>
              </a:rPr>
              <a:t>Cliquez pour éditer le format du plan de texte</a:t>
            </a:r>
            <a:endParaRPr lang="fr-FR" sz="2800" b="0" u="none" strike="noStrike">
              <a:solidFill>
                <a:srgbClr val="006666"/>
              </a:solidFill>
              <a:effectLst/>
              <a:uFillTx/>
              <a:latin typeface="Arial"/>
            </a:endParaRPr>
          </a:p>
          <a:p>
            <a:pPr marL="457200" lvl="1" indent="0" algn="ctr">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Second niveau de plan</a:t>
            </a:r>
            <a:endParaRPr lang="fr-FR" sz="2400" b="0" u="none" strike="noStrike">
              <a:solidFill>
                <a:srgbClr val="003366"/>
              </a:solidFill>
              <a:effectLst/>
              <a:uFillTx/>
              <a:latin typeface="Arial"/>
            </a:endParaRPr>
          </a:p>
          <a:p>
            <a:pPr marL="914400" lvl="2" algn="ctr">
              <a:spcBef>
                <a:spcPts val="499"/>
              </a:spcBef>
              <a:buClr>
                <a:srgbClr val="003366"/>
              </a:buClr>
              <a:buSzPct val="75000"/>
              <a:buFont typeface="Wingdings" charset="2"/>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Troisième niveau de plan</a:t>
            </a:r>
            <a:endParaRPr lang="fr-FR" sz="2000" b="0" u="none" strike="noStrike">
              <a:solidFill>
                <a:srgbClr val="003366"/>
              </a:solidFill>
              <a:effectLst/>
              <a:uFillTx/>
              <a:latin typeface="Arial"/>
            </a:endParaRPr>
          </a:p>
          <a:p>
            <a:pPr marL="1371600" lvl="3" algn="ctr">
              <a:spcBef>
                <a:spcPts val="451"/>
              </a:spcBef>
              <a:buClr>
                <a:srgbClr val="003366"/>
              </a:buClr>
              <a:buSzPct val="80000"/>
              <a:buFont typeface="Arial"/>
              <a:buChar char="–"/>
              <a:tabLst>
                <a:tab algn="l" pos="0"/>
                <a:tab algn="l" pos="1828800"/>
                <a:tab algn="l" pos="2743200"/>
                <a:tab algn="l" pos="3657600"/>
                <a:tab algn="l" pos="4572000"/>
                <a:tab algn="l" pos="5486400"/>
                <a:tab algn="l" pos="6400800"/>
                <a:tab algn="l" pos="7315200"/>
                <a:tab algn="l" pos="8229600"/>
                <a:tab algn="l" pos="9144000"/>
                <a:tab algn="l" pos="10058400"/>
              </a:tabLst>
            </a:pPr>
            <a:r>
              <a:rPr lang="fr-FR" sz="1800" b="0" u="none" strike="noStrike">
                <a:solidFill>
                  <a:srgbClr val="003366"/>
                </a:solidFill>
                <a:effectLst/>
                <a:uFillTx/>
                <a:latin typeface="Arial"/>
              </a:rPr>
              <a:t>Quatrième niveau de plan</a:t>
            </a:r>
            <a:endParaRPr lang="fr-FR" sz="1800" b="0" u="none" strike="noStrike">
              <a:solidFill>
                <a:srgbClr val="003366"/>
              </a:solidFill>
              <a:effectLst/>
              <a:uFillTx/>
              <a:latin typeface="Arial"/>
            </a:endParaRPr>
          </a:p>
          <a:p>
            <a:pPr marL="1828800" lvl="4" algn="ctr">
              <a:spcBef>
                <a:spcPts val="451"/>
              </a:spcBef>
              <a:buClr>
                <a:srgbClr val="003366"/>
              </a:buClr>
              <a:buSzPct val="65000"/>
              <a:buFont typeface="Wingdings" charset="2"/>
              <a:buChar char=""/>
              <a:tabLst>
                <a:tab algn="l" pos="0"/>
                <a:tab algn="l" pos="2743200"/>
                <a:tab algn="l" pos="3657600"/>
                <a:tab algn="l" pos="4572000"/>
                <a:tab algn="l" pos="5486400"/>
                <a:tab algn="l" pos="6400800"/>
                <a:tab algn="l" pos="7315200"/>
                <a:tab algn="l" pos="8229600"/>
                <a:tab algn="l" pos="9144000"/>
                <a:tab algn="l" pos="10058400"/>
              </a:tabLst>
            </a:pPr>
            <a:r>
              <a:rPr lang="fr-FR" sz="1800" b="0" u="none" strike="noStrike">
                <a:solidFill>
                  <a:srgbClr val="003366"/>
                </a:solidFill>
                <a:effectLst/>
                <a:uFillTx/>
                <a:latin typeface="Arial"/>
              </a:rPr>
              <a:t>Cinquième niveau de plan</a:t>
            </a:r>
            <a:endParaRPr lang="fr-FR" sz="1800" b="0" u="none" strike="noStrike">
              <a:solidFill>
                <a:srgbClr val="003366"/>
              </a:solidFill>
              <a:effectLst/>
              <a:uFillTx/>
              <a:latin typeface="Arial"/>
            </a:endParaRPr>
          </a:p>
          <a:p>
            <a:pPr marL="1828800" lvl="5">
              <a:spcBef>
                <a:spcPts val="451"/>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1800" b="0" u="none" strike="noStrike">
                <a:solidFill>
                  <a:srgbClr val="003366"/>
                </a:solidFill>
                <a:effectLst/>
                <a:uFillTx/>
                <a:latin typeface="Arial"/>
              </a:rPr>
              <a:t>Sixième niveau de plan</a:t>
            </a:r>
            <a:endParaRPr lang="fr-FR" sz="1800" b="0" u="none" strike="noStrike">
              <a:solidFill>
                <a:srgbClr val="003366"/>
              </a:solidFill>
              <a:effectLst/>
              <a:uFillTx/>
              <a:latin typeface="Arial"/>
            </a:endParaRPr>
          </a:p>
          <a:p>
            <a:pPr marL="1828800" lvl="6">
              <a:spcBef>
                <a:spcPts val="451"/>
              </a:spcBef>
              <a:buClr>
                <a:srgbClr val="003366"/>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1800" b="0" u="none" strike="noStrike">
                <a:solidFill>
                  <a:srgbClr val="003366"/>
                </a:solidFill>
                <a:effectLst/>
                <a:uFillTx/>
                <a:latin typeface="Arial"/>
              </a:rPr>
              <a:t>Septième niveau de plan</a:t>
            </a:r>
            <a:endParaRPr lang="fr-FR" sz="1800" b="0" u="none" strike="noStrike">
              <a:solidFill>
                <a:srgbClr val="003366"/>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image" Target="../media/image1.wmf"/><Relationship Id="rId2" Type="http://schemas.openxmlformats.org/officeDocument/2006/relationships/image" Target="../media/image2.wmf"/><Relationship Id="rId3"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jpeg"/><Relationship Id="rId3"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6.gif"/><Relationship Id="rId2" Type="http://schemas.openxmlformats.org/officeDocument/2006/relationships/image" Target="../media/image5.png"/><Relationship Id="rId3" Type="http://schemas.openxmlformats.org/officeDocument/2006/relationships/slide" Target="slide17.xml"/><Relationship Id="rId4"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video" Target="file:///C:/College/Spring 05/GS630/PPT Assignment/slide.mpg" TargetMode="External"/><Relationship Id="rId2" Type="http://schemas.microsoft.com/office/2007/relationships/media" Target="file:///C:/College/Spring 05/GS630/PPT Assignment/slide.mpg" TargetMode="External"/><Relationship Id="rId3" Type="http://schemas.openxmlformats.org/officeDocument/2006/relationships/image" Target="../media/image7.png"/><Relationship Id="rId4" Type="http://schemas.openxmlformats.org/officeDocument/2006/relationships/slideLayout" Target="../slideLayouts/slideLayout3.xml"/>
</Relationships>
</file>

<file path=ppt/slides/_rels/slide17.xml.rels><?xml version="1.0" encoding="UTF-8"?>
<Relationships xmlns="http://schemas.openxmlformats.org/package/2006/relationships"><Relationship Id="rId1" Type="http://schemas.openxmlformats.org/officeDocument/2006/relationships/slide" Target="slide13.xml"/><Relationship Id="rId2"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hyperlink" Target="http://www.campcaleb.com/" TargetMode="External"/><Relationship Id="rId2" Type="http://schemas.openxmlformats.org/officeDocument/2006/relationships/hyperlink" Target="http://www.campcaleb.com/" TargetMode="External"/><Relationship Id="rId3"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hyperlink" Target="mailto:rnmcke0@uky.edu" TargetMode="External"/><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685800" y="990360"/>
            <a:ext cx="8229600" cy="1904760"/>
          </a:xfrm>
          <a:prstGeom prst="rect">
            <a:avLst/>
          </a:prstGeom>
          <a:noFill/>
          <a:ln w="0">
            <a:noFill/>
          </a:ln>
        </p:spPr>
        <p:txBody>
          <a:bodyPr lIns="90000" rIns="90000" tIns="46800" bIns="46800" anchor="ctr">
            <a:noAutofit/>
          </a:bodyPr>
          <a:p>
            <a:pPr indent="0" algn="ctr">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3366"/>
                </a:solidFill>
                <a:effectLst/>
                <a:uFillTx/>
                <a:latin typeface="Arial"/>
              </a:rPr>
              <a:t>How To Use PowerPoint</a:t>
            </a:r>
            <a:br>
              <a:rPr sz="3600"/>
            </a:br>
            <a:r>
              <a:rPr lang="fr-FR" sz="2400" b="1" u="none" strike="noStrike">
                <a:solidFill>
                  <a:srgbClr val="003366"/>
                </a:solidFill>
                <a:effectLst/>
                <a:uFillTx/>
                <a:latin typeface="Arial"/>
              </a:rPr>
              <a:t>A Brief Introduction to Commonly Used Features</a:t>
            </a:r>
            <a:endParaRPr lang="fr-FR" sz="2400" b="1" u="none" strike="noStrike">
              <a:solidFill>
                <a:srgbClr val="003366"/>
              </a:solidFill>
              <a:effectLst/>
              <a:uFillTx/>
              <a:latin typeface="Arial"/>
            </a:endParaRPr>
          </a:p>
        </p:txBody>
      </p:sp>
      <p:sp>
        <p:nvSpPr>
          <p:cNvPr id="42" name="PlaceHolder 2"/>
          <p:cNvSpPr>
            <a:spLocks noGrp="1"/>
          </p:cNvSpPr>
          <p:nvPr>
            <p:ph type="subTitle"/>
          </p:nvPr>
        </p:nvSpPr>
        <p:spPr>
          <a:xfrm>
            <a:off x="4673520" y="2927520"/>
            <a:ext cx="4013280" cy="1822320"/>
          </a:xfrm>
          <a:prstGeom prst="rect">
            <a:avLst/>
          </a:prstGeom>
          <a:noFill/>
          <a:ln w="0">
            <a:noFill/>
          </a:ln>
        </p:spPr>
        <p:txBody>
          <a:bodyPr lIns="90000" rIns="90000" tIns="46800" bIns="46800" anchor="b">
            <a:noAutofit/>
          </a:bodyPr>
          <a:p>
            <a:pPr indent="0">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6666"/>
                </a:solidFill>
                <a:effectLst/>
                <a:uFillTx/>
                <a:latin typeface="Arial"/>
              </a:rPr>
              <a:t>By Ryan McKenzie</a:t>
            </a:r>
            <a:endParaRPr lang="fr-FR" sz="2800" b="0" u="none" strike="noStrike">
              <a:solidFill>
                <a:srgbClr val="006666"/>
              </a:solidFill>
              <a:effectLst/>
              <a:uFillTx/>
              <a:latin typeface="Arial"/>
            </a:endParaRPr>
          </a:p>
        </p:txBody>
      </p:sp>
      <p:sp>
        <p:nvSpPr>
          <p:cNvPr id="43"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Introduction</a:t>
            </a:r>
            <a:endParaRPr lang="fr-FR" sz="3600" b="1" u="none" strike="noStrike">
              <a:solidFill>
                <a:srgbClr val="006666"/>
              </a:solidFill>
              <a:effectLst/>
              <a:uFillTx/>
              <a:latin typeface="Arial"/>
            </a:endParaRPr>
          </a:p>
        </p:txBody>
      </p:sp>
      <p:sp>
        <p:nvSpPr>
          <p:cNvPr id="45" name=""/>
          <p:cNvSpPr/>
          <p:nvPr/>
        </p:nvSpPr>
        <p:spPr>
          <a:xfrm>
            <a:off x="990720" y="2438280"/>
            <a:ext cx="6629400" cy="3751560"/>
          </a:xfrm>
          <a:prstGeom prst="rect">
            <a:avLst/>
          </a:prstGeom>
          <a:noFill/>
          <a:ln w="0">
            <a:noFill/>
          </a:ln>
        </p:spPr>
        <p:style>
          <a:lnRef idx="0"/>
          <a:fillRef idx="0"/>
          <a:effectRef idx="0"/>
          <a:fontRef idx="minor"/>
        </p:style>
        <p:txBody>
          <a:bodyPr lIns="90000" rIns="90000" tIns="46800" bIns="46800" anchor="t">
            <a:spAutoFit/>
          </a:bodyPr>
          <a:p>
            <a:pPr>
              <a:spcBef>
                <a:spcPts val="15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800" b="0" u="none" strike="noStrike">
                <a:solidFill>
                  <a:srgbClr val="003366"/>
                </a:solidFill>
                <a:effectLst/>
                <a:uFillTx/>
                <a:latin typeface="Arial"/>
              </a:rPr>
              <a:t>	</a:t>
            </a:r>
            <a:r>
              <a:rPr lang="fr-FR" sz="2400" b="0" u="none" strike="noStrike">
                <a:solidFill>
                  <a:srgbClr val="003366"/>
                </a:solidFill>
                <a:effectLst/>
                <a:uFillTx/>
                <a:latin typeface="Arial"/>
              </a:rPr>
              <a:t>PowerPoint is a very commonly used, fairly powerful presentation software from Microsoft. In your academic career (undergrad, graduate, or professional) there is a good chance that you have been or will be exposed to this tool. Furthermore, most of you will need to use it. This slide show is intended not only to be presented as a user guide to PowerPoint, but to be distributed as a way to practice what you learn as you learn it.</a:t>
            </a:r>
            <a:endParaRPr lang="fr-FR" sz="2400" b="0" u="none" strike="noStrike">
              <a:solidFill>
                <a:srgbClr val="003366"/>
              </a:solidFill>
              <a:effectLst/>
              <a:uFillTx/>
              <a:latin typeface="Arial"/>
            </a:endParaRPr>
          </a:p>
        </p:txBody>
      </p:sp>
      <p:sp>
        <p:nvSpPr>
          <p:cNvPr id="46"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761760" y="761760"/>
            <a:ext cx="7924680" cy="1143000"/>
          </a:xfrm>
          <a:prstGeom prst="rect">
            <a:avLst/>
          </a:prstGeom>
          <a:noFill/>
          <a:ln w="0">
            <a:noFill/>
          </a:ln>
        </p:spPr>
        <p:txBody>
          <a:bodyPr lIns="90000" rIns="90000" tIns="46800" bIns="46800" anchor="b">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What Will be Demonstrated</a:t>
            </a:r>
            <a:endParaRPr lang="fr-FR" sz="3600" b="1" u="none" strike="noStrike">
              <a:solidFill>
                <a:srgbClr val="006666"/>
              </a:solidFill>
              <a:effectLst/>
              <a:uFillTx/>
              <a:latin typeface="Arial"/>
            </a:endParaRPr>
          </a:p>
        </p:txBody>
      </p:sp>
      <p:sp>
        <p:nvSpPr>
          <p:cNvPr id="48" name="PlaceHolder 2"/>
          <p:cNvSpPr>
            <a:spLocks noGrp="1"/>
          </p:cNvSpPr>
          <p:nvPr>
            <p:ph/>
          </p:nvPr>
        </p:nvSpPr>
        <p:spPr>
          <a:xfrm>
            <a:off x="1219320" y="2361960"/>
            <a:ext cx="8229600" cy="5105160"/>
          </a:xfrm>
          <a:prstGeom prst="rect">
            <a:avLst/>
          </a:prstGeom>
          <a:noFill/>
          <a:ln w="0">
            <a:noFill/>
          </a:ln>
        </p:spPr>
        <p:txBody>
          <a:bodyPr lIns="90000" rIns="90000" tIns="46800" bIns="46800" anchor="t">
            <a:normAutofit/>
          </a:bodyPr>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Adding Slides to a Presentation</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Using a Uniform Appearance/Motif</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How to Vary Slide Layout and Text (font, size, color)</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Using Graphics from ClipArt or a File</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Using Animated Text (Timed and Manual)</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Applying Slide Transitions</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Adding Sound (From a File or the Gallery)</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Using AutoShapes</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Adding Videos and Animation</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Placing Action Buttons for Nonlinear Slide Selection</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Linking to Web Content or Email Addresses</a:t>
            </a:r>
            <a:endParaRPr lang="fr-FR" sz="2000" b="0" u="none" strike="noStrike">
              <a:solidFill>
                <a:srgbClr val="003366"/>
              </a:solidFill>
              <a:effectLst/>
              <a:uFillTx/>
              <a:latin typeface="Arial"/>
            </a:endParaRPr>
          </a:p>
        </p:txBody>
      </p:sp>
      <p:sp>
        <p:nvSpPr>
          <p:cNvPr id="49"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Adding/Formatting Slides</a:t>
            </a:r>
            <a:endParaRPr lang="fr-FR" sz="3600" b="1" u="none" strike="noStrike">
              <a:solidFill>
                <a:srgbClr val="006666"/>
              </a:solidFill>
              <a:effectLst/>
              <a:uFillTx/>
              <a:latin typeface="Arial"/>
            </a:endParaRPr>
          </a:p>
        </p:txBody>
      </p:sp>
      <p:sp>
        <p:nvSpPr>
          <p:cNvPr id="51" name="PlaceHolder 1"/>
          <p:cNvSpPr>
            <a:spLocks noGrp="1"/>
          </p:cNvSpPr>
          <p:nvPr>
            <p:ph/>
          </p:nvPr>
        </p:nvSpPr>
        <p:spPr>
          <a:xfrm>
            <a:off x="838080" y="2361960"/>
            <a:ext cx="7693200" cy="3724200"/>
          </a:xfrm>
          <a:prstGeom prst="rect">
            <a:avLst/>
          </a:prstGeom>
          <a:noFill/>
          <a:ln w="0">
            <a:noFill/>
          </a:ln>
        </p:spPr>
        <p:txBody>
          <a:bodyPr lIns="90000" rIns="90000" tIns="46800" bIns="46800" anchor="t">
            <a:normAutofit/>
          </a:bodyPr>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Right-Click the Timeline to the left </a:t>
            </a:r>
            <a:r>
              <a:rPr lang="fr-FR" sz="2800" b="0" u="none" strike="noStrike">
                <a:solidFill>
                  <a:srgbClr val="003366"/>
                </a:solidFill>
                <a:effectLst/>
                <a:uFillTx/>
                <a:latin typeface="Wingdings"/>
                <a:ea typeface="Wingdings"/>
              </a:rPr>
              <a:t></a:t>
            </a:r>
            <a:r>
              <a:rPr lang="fr-FR" sz="2800" b="0" u="none" strike="noStrike">
                <a:solidFill>
                  <a:srgbClr val="003366"/>
                </a:solidFill>
                <a:effectLst/>
                <a:uFillTx/>
                <a:latin typeface="Arial"/>
              </a:rPr>
              <a:t> and go to “New Slide”</a:t>
            </a:r>
            <a:endParaRPr lang="fr-FR" sz="2800" b="0" u="none" strike="noStrike">
              <a:solidFill>
                <a:srgbClr val="003366"/>
              </a:solidFill>
              <a:effectLst/>
              <a:uFillTx/>
              <a:latin typeface="Arial"/>
            </a:endParaRPr>
          </a:p>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OR go to “Insert” and select “New Slide”</a:t>
            </a:r>
            <a:endParaRPr lang="fr-FR" sz="2800" b="0" u="none" strike="noStrike">
              <a:solidFill>
                <a:srgbClr val="003366"/>
              </a:solidFill>
              <a:effectLst/>
              <a:uFillTx/>
              <a:latin typeface="Arial"/>
            </a:endParaRPr>
          </a:p>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800" b="0" u="none" strike="noStrike">
              <a:solidFill>
                <a:srgbClr val="003366"/>
              </a:solidFill>
              <a:effectLst/>
              <a:uFillTx/>
              <a:latin typeface="Arial"/>
            </a:endParaRPr>
          </a:p>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800" b="0" u="none" strike="noStrike">
              <a:solidFill>
                <a:srgbClr val="003366"/>
              </a:solidFill>
              <a:effectLst/>
              <a:uFillTx/>
              <a:latin typeface="Arial"/>
            </a:endParaRPr>
          </a:p>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Open the “Layout” tab to the right </a:t>
            </a:r>
            <a:r>
              <a:rPr lang="fr-FR" sz="2800" b="0" u="none" strike="noStrike">
                <a:solidFill>
                  <a:srgbClr val="003366"/>
                </a:solidFill>
                <a:effectLst/>
                <a:uFillTx/>
                <a:latin typeface="Wingdings"/>
                <a:ea typeface="Wingdings"/>
              </a:rPr>
              <a:t></a:t>
            </a:r>
            <a:r>
              <a:rPr lang="fr-FR" sz="2800" b="0" u="none" strike="noStrike">
                <a:solidFill>
                  <a:srgbClr val="003366"/>
                </a:solidFill>
                <a:effectLst/>
                <a:uFillTx/>
                <a:latin typeface="Arial"/>
              </a:rPr>
              <a:t> to change the format of a slide</a:t>
            </a:r>
            <a:endParaRPr lang="fr-FR" sz="2800" b="0" u="none" strike="noStrike">
              <a:solidFill>
                <a:srgbClr val="003366"/>
              </a:solidFill>
              <a:effectLst/>
              <a:uFillTx/>
              <a:latin typeface="Arial"/>
            </a:endParaRPr>
          </a:p>
        </p:txBody>
      </p:sp>
      <p:sp>
        <p:nvSpPr>
          <p:cNvPr id="52"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761760" y="761760"/>
            <a:ext cx="7924680" cy="1143000"/>
          </a:xfrm>
          <a:prstGeom prst="rect">
            <a:avLst/>
          </a:prstGeom>
          <a:noFill/>
          <a:ln w="0">
            <a:noFill/>
          </a:ln>
        </p:spPr>
        <p:txBody>
          <a:bodyPr lIns="90000" rIns="90000" tIns="46800" bIns="46800" anchor="b">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Appearance/Motif</a:t>
            </a:r>
            <a:endParaRPr lang="fr-FR" sz="3600" b="1" u="none" strike="noStrike">
              <a:solidFill>
                <a:srgbClr val="006666"/>
              </a:solidFill>
              <a:effectLst/>
              <a:uFillTx/>
              <a:latin typeface="Arial"/>
            </a:endParaRPr>
          </a:p>
        </p:txBody>
      </p:sp>
      <p:sp>
        <p:nvSpPr>
          <p:cNvPr id="54" name="PlaceHolder 2"/>
          <p:cNvSpPr>
            <a:spLocks noGrp="1"/>
          </p:cNvSpPr>
          <p:nvPr>
            <p:ph/>
          </p:nvPr>
        </p:nvSpPr>
        <p:spPr>
          <a:xfrm>
            <a:off x="838080" y="2361960"/>
            <a:ext cx="7693200" cy="3724200"/>
          </a:xfrm>
          <a:prstGeom prst="rect">
            <a:avLst/>
          </a:prstGeom>
          <a:noFill/>
          <a:ln w="0">
            <a:noFill/>
          </a:ln>
        </p:spPr>
        <p:txBody>
          <a:bodyPr lIns="90000" rIns="90000" tIns="46800" bIns="46800" anchor="t">
            <a:normAutofit/>
          </a:bodyPr>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You can Apply a Motif by Opening the “Design” tab on the right </a:t>
            </a:r>
            <a:r>
              <a:rPr lang="fr-FR" sz="2800" b="0" u="none" strike="noStrike">
                <a:solidFill>
                  <a:srgbClr val="003366"/>
                </a:solidFill>
                <a:effectLst/>
                <a:uFillTx/>
                <a:latin typeface="Wingdings"/>
                <a:ea typeface="Wingdings"/>
              </a:rPr>
              <a:t></a:t>
            </a:r>
            <a:endParaRPr lang="fr-FR" sz="2800" b="0" u="none" strike="noStrike">
              <a:solidFill>
                <a:srgbClr val="003366"/>
              </a:solidFill>
              <a:effectLst/>
              <a:uFillTx/>
              <a:latin typeface="Arial"/>
            </a:endParaRPr>
          </a:p>
          <a:p>
            <a:pPr marL="743040" lvl="1" indent="-285840">
              <a:spcBef>
                <a:spcPts val="601"/>
              </a:spcBef>
              <a:buClr>
                <a:srgbClr val="003366"/>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Then Click on the Desired Motif to apply it to all slides</a:t>
            </a:r>
            <a:endParaRPr lang="fr-FR" sz="2400" b="0" u="none" strike="noStrike">
              <a:solidFill>
                <a:srgbClr val="003366"/>
              </a:solidFill>
              <a:effectLst/>
              <a:uFillTx/>
              <a:latin typeface="Arial"/>
            </a:endParaRPr>
          </a:p>
          <a:p>
            <a:pPr marL="743040" lvl="1" indent="-285840">
              <a:spcBef>
                <a:spcPts val="601"/>
              </a:spcBef>
              <a:buClr>
                <a:srgbClr val="003366"/>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Click on the small drop down if you wish to apply the motif to only the current slide</a:t>
            </a:r>
            <a:endParaRPr lang="fr-FR" sz="2400" b="0" u="none" strike="noStrike">
              <a:solidFill>
                <a:srgbClr val="003366"/>
              </a:solidFill>
              <a:effectLst/>
              <a:uFillTx/>
              <a:latin typeface="Arial"/>
            </a:endParaRPr>
          </a:p>
          <a:p>
            <a:pPr marL="743040" lvl="1"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400" b="0" u="none" strike="noStrike">
              <a:solidFill>
                <a:srgbClr val="003366"/>
              </a:solidFill>
              <a:effectLst/>
              <a:uFillTx/>
              <a:latin typeface="Arial"/>
            </a:endParaRPr>
          </a:p>
        </p:txBody>
      </p:sp>
      <p:sp>
        <p:nvSpPr>
          <p:cNvPr id="55"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Variation in Layout and Text</a:t>
            </a:r>
            <a:endParaRPr lang="fr-FR" sz="3600" b="1" u="none" strike="noStrike">
              <a:solidFill>
                <a:srgbClr val="006666"/>
              </a:solidFill>
              <a:effectLst/>
              <a:uFillTx/>
              <a:latin typeface="Arial"/>
            </a:endParaRPr>
          </a:p>
        </p:txBody>
      </p:sp>
      <p:sp>
        <p:nvSpPr>
          <p:cNvPr id="57" name="PlaceHolder 1"/>
          <p:cNvSpPr>
            <a:spLocks noGrp="1"/>
          </p:cNvSpPr>
          <p:nvPr>
            <p:ph/>
          </p:nvPr>
        </p:nvSpPr>
        <p:spPr>
          <a:xfrm>
            <a:off x="837720" y="2361960"/>
            <a:ext cx="3770280" cy="3724200"/>
          </a:xfrm>
          <a:prstGeom prst="rect">
            <a:avLst/>
          </a:prstGeom>
          <a:noFill/>
          <a:ln w="0">
            <a:noFill/>
          </a:ln>
        </p:spPr>
        <p:txBody>
          <a:bodyPr lIns="90000" rIns="90000" tIns="46800" bIns="46800" anchor="t">
            <a:normAutofit/>
          </a:bodyPr>
          <a:p>
            <a:pPr marL="343080" indent="-343080">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To Select a New Slide Layout, Open the “Layout” Tab to the right </a:t>
            </a:r>
            <a:r>
              <a:rPr lang="fr-FR" sz="2400" b="0" u="none" strike="noStrike">
                <a:solidFill>
                  <a:srgbClr val="003366"/>
                </a:solidFill>
                <a:effectLst/>
                <a:uFillTx/>
                <a:latin typeface="Wingdings"/>
                <a:ea typeface="Wingdings"/>
              </a:rPr>
              <a:t></a:t>
            </a:r>
            <a:endParaRPr lang="fr-FR" sz="2400" b="0" u="none" strike="noStrike">
              <a:solidFill>
                <a:srgbClr val="003366"/>
              </a:solidFill>
              <a:effectLst/>
              <a:uFillTx/>
              <a:latin typeface="Arial"/>
            </a:endParaRPr>
          </a:p>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400" b="0" u="none" strike="noStrike">
              <a:solidFill>
                <a:srgbClr val="003366"/>
              </a:solidFill>
              <a:effectLst/>
              <a:uFillTx/>
              <a:latin typeface="Arial"/>
            </a:endParaRPr>
          </a:p>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400" b="0" u="none" strike="noStrike">
              <a:solidFill>
                <a:srgbClr val="003366"/>
              </a:solidFill>
              <a:effectLst/>
              <a:uFillTx/>
              <a:latin typeface="Arial"/>
            </a:endParaRPr>
          </a:p>
          <a:p>
            <a:pPr marL="343080" indent="-343080">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You can Use the Font </a:t>
            </a:r>
            <a:r>
              <a:rPr lang="fr-FR" sz="2400" b="0" u="none" strike="noStrike">
                <a:solidFill>
                  <a:srgbClr val="ff3300"/>
                </a:solidFill>
                <a:effectLst/>
                <a:uFillTx/>
                <a:latin typeface="Arial"/>
              </a:rPr>
              <a:t>Color </a:t>
            </a:r>
            <a:r>
              <a:rPr lang="fr-FR" sz="2400" b="0" u="none" strike="noStrike">
                <a:solidFill>
                  <a:srgbClr val="003366"/>
                </a:solidFill>
                <a:effectLst/>
                <a:uFillTx/>
                <a:latin typeface="Arial"/>
              </a:rPr>
              <a:t>drop down menu to change the text color </a:t>
            </a:r>
            <a:endParaRPr lang="fr-FR" sz="2400" b="0" u="none" strike="noStrike">
              <a:solidFill>
                <a:srgbClr val="003366"/>
              </a:solidFill>
              <a:effectLst/>
              <a:uFillTx/>
              <a:latin typeface="Arial"/>
            </a:endParaRPr>
          </a:p>
        </p:txBody>
      </p:sp>
      <p:sp>
        <p:nvSpPr>
          <p:cNvPr id="58" name="PlaceHolder 2"/>
          <p:cNvSpPr>
            <a:spLocks noGrp="1"/>
          </p:cNvSpPr>
          <p:nvPr>
            <p:ph/>
          </p:nvPr>
        </p:nvSpPr>
        <p:spPr>
          <a:xfrm>
            <a:off x="4760640" y="2361960"/>
            <a:ext cx="3770280" cy="3724200"/>
          </a:xfrm>
          <a:prstGeom prst="rect">
            <a:avLst/>
          </a:prstGeom>
          <a:noFill/>
          <a:ln w="0">
            <a:noFill/>
          </a:ln>
        </p:spPr>
        <p:txBody>
          <a:bodyPr lIns="90000" rIns="90000" tIns="46800" bIns="46800" anchor="t">
            <a:normAutofit/>
          </a:bodyPr>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400" b="0" u="none" strike="noStrike">
              <a:solidFill>
                <a:srgbClr val="003366"/>
              </a:solidFill>
              <a:effectLst/>
              <a:uFillTx/>
              <a:latin typeface="Arial"/>
            </a:endParaRPr>
          </a:p>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400" b="0" u="none" strike="noStrike">
              <a:solidFill>
                <a:srgbClr val="003366"/>
              </a:solidFill>
              <a:effectLst/>
              <a:uFillTx/>
              <a:latin typeface="Arial"/>
            </a:endParaRPr>
          </a:p>
          <a:p>
            <a:pPr marL="343080" indent="-343080">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Use the Drop Down </a:t>
            </a:r>
            <a:r>
              <a:rPr lang="fr-FR" sz="2400" b="0" u="none" strike="noStrike">
                <a:solidFill>
                  <a:srgbClr val="003366"/>
                </a:solidFill>
                <a:effectLst/>
                <a:uFillTx/>
                <a:latin typeface="BankGothic Lt BT"/>
              </a:rPr>
              <a:t>Font</a:t>
            </a:r>
            <a:r>
              <a:rPr lang="fr-FR" sz="2400" b="0" u="none" strike="noStrike">
                <a:solidFill>
                  <a:srgbClr val="003366"/>
                </a:solidFill>
                <a:effectLst/>
                <a:uFillTx/>
                <a:latin typeface="Arial"/>
              </a:rPr>
              <a:t> and </a:t>
            </a:r>
            <a:r>
              <a:rPr lang="fr-FR" sz="4000" b="0" u="none" strike="noStrike">
                <a:solidFill>
                  <a:srgbClr val="003366"/>
                </a:solidFill>
                <a:effectLst/>
                <a:uFillTx/>
                <a:latin typeface="Arial"/>
              </a:rPr>
              <a:t>Size</a:t>
            </a:r>
            <a:r>
              <a:rPr lang="fr-FR" sz="2400" b="0" u="none" strike="noStrike">
                <a:solidFill>
                  <a:srgbClr val="003366"/>
                </a:solidFill>
                <a:effectLst/>
                <a:uFillTx/>
                <a:latin typeface="Arial"/>
              </a:rPr>
              <a:t> menus above to vary the text</a:t>
            </a:r>
            <a:endParaRPr lang="fr-FR" sz="2400" b="0" u="none" strike="noStrike">
              <a:solidFill>
                <a:srgbClr val="003366"/>
              </a:solidFill>
              <a:effectLst/>
              <a:uFillTx/>
              <a:latin typeface="Arial"/>
            </a:endParaRPr>
          </a:p>
        </p:txBody>
      </p:sp>
      <p:sp>
        <p:nvSpPr>
          <p:cNvPr id="59"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Clip Art Graphics</a:t>
            </a:r>
            <a:endParaRPr lang="fr-FR" sz="3600" b="1" u="none" strike="noStrike">
              <a:solidFill>
                <a:srgbClr val="006666"/>
              </a:solidFill>
              <a:effectLst/>
              <a:uFillTx/>
              <a:latin typeface="Arial"/>
            </a:endParaRPr>
          </a:p>
        </p:txBody>
      </p:sp>
      <p:sp>
        <p:nvSpPr>
          <p:cNvPr id="61" name="PlaceHolder 1"/>
          <p:cNvSpPr>
            <a:spLocks noGrp="1"/>
          </p:cNvSpPr>
          <p:nvPr>
            <p:ph/>
          </p:nvPr>
        </p:nvSpPr>
        <p:spPr>
          <a:xfrm>
            <a:off x="838080" y="2362320"/>
            <a:ext cx="7693200" cy="2286000"/>
          </a:xfrm>
          <a:prstGeom prst="rect">
            <a:avLst/>
          </a:prstGeom>
          <a:noFill/>
          <a:ln w="0">
            <a:noFill/>
          </a:ln>
        </p:spPr>
        <p:txBody>
          <a:bodyPr lIns="90000" rIns="90000" tIns="46800" bIns="46800" anchor="t">
            <a:normAutofit/>
          </a:bodyPr>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To Insert ClipArt, go to “Insert” and put your mouse on “Picture”</a:t>
            </a:r>
            <a:endParaRPr lang="fr-FR" sz="2800" b="0" u="none" strike="noStrike">
              <a:solidFill>
                <a:srgbClr val="003366"/>
              </a:solidFill>
              <a:effectLst/>
              <a:uFillTx/>
              <a:latin typeface="Arial"/>
            </a:endParaRPr>
          </a:p>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Another Menu will Open, select ClipArt</a:t>
            </a:r>
            <a:endParaRPr lang="fr-FR" sz="2800" b="0" u="none" strike="noStrike">
              <a:solidFill>
                <a:srgbClr val="003366"/>
              </a:solidFill>
              <a:effectLst/>
              <a:uFillTx/>
              <a:latin typeface="Arial"/>
            </a:endParaRPr>
          </a:p>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Once you Select your Image, You must Position and Resize it with the Mouse</a:t>
            </a:r>
            <a:endParaRPr lang="fr-FR" sz="2800" b="0" u="none" strike="noStrike">
              <a:solidFill>
                <a:srgbClr val="003366"/>
              </a:solidFill>
              <a:effectLst/>
              <a:uFillTx/>
              <a:latin typeface="Arial"/>
            </a:endParaRPr>
          </a:p>
          <a:p>
            <a:pPr marL="343080" indent="0">
              <a:lnSpc>
                <a:spcPct val="90000"/>
              </a:lnSpc>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800" b="0" u="none" strike="noStrike">
              <a:solidFill>
                <a:srgbClr val="003366"/>
              </a:solidFill>
              <a:effectLst/>
              <a:uFillTx/>
              <a:latin typeface="Arial"/>
            </a:endParaRPr>
          </a:p>
        </p:txBody>
      </p:sp>
      <p:pic>
        <p:nvPicPr>
          <p:cNvPr id="62" name=""/>
          <p:cNvPicPr/>
          <p:nvPr/>
        </p:nvPicPr>
        <p:blipFill>
          <a:blip r:embed="rId1"/>
          <a:stretch/>
        </p:blipFill>
        <p:spPr>
          <a:xfrm>
            <a:off x="1676520" y="4572000"/>
            <a:ext cx="1795320" cy="1833480"/>
          </a:xfrm>
          <a:prstGeom prst="rect">
            <a:avLst/>
          </a:prstGeom>
          <a:noFill/>
          <a:ln w="0">
            <a:noFill/>
          </a:ln>
        </p:spPr>
      </p:pic>
      <p:pic>
        <p:nvPicPr>
          <p:cNvPr id="63" name=""/>
          <p:cNvPicPr/>
          <p:nvPr/>
        </p:nvPicPr>
        <p:blipFill>
          <a:blip r:embed="rId2"/>
          <a:stretch/>
        </p:blipFill>
        <p:spPr>
          <a:xfrm>
            <a:off x="5791320" y="4648320"/>
            <a:ext cx="1868400" cy="1773000"/>
          </a:xfrm>
          <a:prstGeom prst="rect">
            <a:avLst/>
          </a:prstGeom>
          <a:noFill/>
          <a:ln w="0">
            <a:noFill/>
          </a:ln>
        </p:spPr>
      </p:pic>
      <p:sp>
        <p:nvSpPr>
          <p:cNvPr id="64"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File Graphics</a:t>
            </a:r>
            <a:endParaRPr lang="fr-FR" sz="3600" b="1" u="none" strike="noStrike">
              <a:solidFill>
                <a:srgbClr val="006666"/>
              </a:solidFill>
              <a:effectLst/>
              <a:uFillTx/>
              <a:latin typeface="Arial"/>
            </a:endParaRPr>
          </a:p>
        </p:txBody>
      </p:sp>
      <p:sp>
        <p:nvSpPr>
          <p:cNvPr id="66" name="PlaceHolder 1"/>
          <p:cNvSpPr>
            <a:spLocks noGrp="1"/>
          </p:cNvSpPr>
          <p:nvPr>
            <p:ph/>
          </p:nvPr>
        </p:nvSpPr>
        <p:spPr>
          <a:xfrm>
            <a:off x="838080" y="2361960"/>
            <a:ext cx="7693200" cy="2361960"/>
          </a:xfrm>
          <a:prstGeom prst="rect">
            <a:avLst/>
          </a:prstGeom>
          <a:noFill/>
          <a:ln w="0">
            <a:noFill/>
          </a:ln>
        </p:spPr>
        <p:txBody>
          <a:bodyPr lIns="90000" rIns="90000" tIns="46800" bIns="46800" anchor="t">
            <a:normAutofit/>
          </a:bodyPr>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To Insert a File Image, go to “Insert” and put your mouse on “Picture”</a:t>
            </a:r>
            <a:endParaRPr lang="fr-FR" sz="2800" b="0" u="none" strike="noStrike">
              <a:solidFill>
                <a:srgbClr val="003366"/>
              </a:solidFill>
              <a:effectLst/>
              <a:uFillTx/>
              <a:latin typeface="Arial"/>
            </a:endParaRPr>
          </a:p>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Another Menu will Open, select “From File”</a:t>
            </a:r>
            <a:endParaRPr lang="fr-FR" sz="2800" b="0" u="none" strike="noStrike">
              <a:solidFill>
                <a:srgbClr val="003366"/>
              </a:solidFill>
              <a:effectLst/>
              <a:uFillTx/>
              <a:latin typeface="Arial"/>
            </a:endParaRPr>
          </a:p>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Once you Select your Image, You must Position and Resize it with the Mouse</a:t>
            </a:r>
            <a:endParaRPr lang="fr-FR" sz="2800" b="0" u="none" strike="noStrike">
              <a:solidFill>
                <a:srgbClr val="003366"/>
              </a:solidFill>
              <a:effectLst/>
              <a:uFillTx/>
              <a:latin typeface="Arial"/>
            </a:endParaRPr>
          </a:p>
          <a:p>
            <a:pPr marL="343080" indent="-343080">
              <a:lnSpc>
                <a:spcPct val="90000"/>
              </a:lnSpc>
              <a:spcBef>
                <a:spcPts val="7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800" b="0" u="none" strike="noStrike">
              <a:solidFill>
                <a:srgbClr val="003366"/>
              </a:solidFill>
              <a:effectLst/>
              <a:uFillTx/>
              <a:latin typeface="Arial"/>
            </a:endParaRPr>
          </a:p>
        </p:txBody>
      </p:sp>
      <p:pic>
        <p:nvPicPr>
          <p:cNvPr id="67" name=""/>
          <p:cNvPicPr/>
          <p:nvPr/>
        </p:nvPicPr>
        <p:blipFill>
          <a:blip r:embed="rId1"/>
          <a:stretch/>
        </p:blipFill>
        <p:spPr>
          <a:xfrm>
            <a:off x="5943600" y="4572000"/>
            <a:ext cx="2209680" cy="1989000"/>
          </a:xfrm>
          <a:prstGeom prst="rect">
            <a:avLst/>
          </a:prstGeom>
          <a:noFill/>
          <a:ln w="0">
            <a:noFill/>
          </a:ln>
        </p:spPr>
      </p:pic>
      <p:pic>
        <p:nvPicPr>
          <p:cNvPr id="68" name=""/>
          <p:cNvPicPr/>
          <p:nvPr/>
        </p:nvPicPr>
        <p:blipFill>
          <a:blip r:embed="rId2"/>
          <a:stretch/>
        </p:blipFill>
        <p:spPr>
          <a:xfrm>
            <a:off x="1295280" y="4572000"/>
            <a:ext cx="2895840" cy="1968480"/>
          </a:xfrm>
          <a:prstGeom prst="rect">
            <a:avLst/>
          </a:prstGeom>
          <a:noFill/>
          <a:ln w="0">
            <a:noFill/>
          </a:ln>
        </p:spPr>
      </p:pic>
      <p:sp>
        <p:nvSpPr>
          <p:cNvPr id="69"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0"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Animated Text (Manual)</a:t>
            </a:r>
            <a:endParaRPr lang="fr-FR" sz="3600" b="1" u="none" strike="noStrike">
              <a:solidFill>
                <a:srgbClr val="006666"/>
              </a:solidFill>
              <a:effectLst/>
              <a:uFillTx/>
              <a:latin typeface="Arial"/>
            </a:endParaRPr>
          </a:p>
        </p:txBody>
      </p:sp>
      <p:sp>
        <p:nvSpPr>
          <p:cNvPr id="71" name="PlaceHolder 1"/>
          <p:cNvSpPr>
            <a:spLocks noGrp="1"/>
          </p:cNvSpPr>
          <p:nvPr>
            <p:ph/>
          </p:nvPr>
        </p:nvSpPr>
        <p:spPr>
          <a:xfrm>
            <a:off x="838080" y="2361960"/>
            <a:ext cx="7925040" cy="3724200"/>
          </a:xfrm>
          <a:prstGeom prst="rect">
            <a:avLst/>
          </a:prstGeom>
          <a:noFill/>
          <a:ln w="0">
            <a:noFill/>
          </a:ln>
        </p:spPr>
        <p:txBody>
          <a:bodyPr lIns="90000" rIns="90000" tIns="46800" bIns="46800" anchor="t">
            <a:normAutofit/>
          </a:bodyPr>
          <a:p>
            <a:pPr marL="343080" indent="-343080">
              <a:lnSpc>
                <a:spcPct val="8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1) Set Up your Slide the Way You Want</a:t>
            </a:r>
            <a:endParaRPr lang="fr-FR" sz="2400" b="0" u="none" strike="noStrike">
              <a:solidFill>
                <a:srgbClr val="003366"/>
              </a:solidFill>
              <a:effectLst/>
              <a:uFillTx/>
              <a:latin typeface="Arial"/>
            </a:endParaRPr>
          </a:p>
          <a:p>
            <a:pPr marL="343080" indent="-343080">
              <a:lnSpc>
                <a:spcPct val="8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2) Go to “Slide Show” </a:t>
            </a:r>
            <a:endParaRPr lang="fr-FR" sz="2400" b="0" u="none" strike="noStrike">
              <a:solidFill>
                <a:srgbClr val="003366"/>
              </a:solidFill>
              <a:effectLst/>
              <a:uFillTx/>
              <a:latin typeface="Arial"/>
            </a:endParaRPr>
          </a:p>
          <a:p>
            <a:pPr marL="743040" lvl="1" indent="-285840">
              <a:lnSpc>
                <a:spcPct val="80000"/>
              </a:lnSpc>
              <a:spcBef>
                <a:spcPts val="499"/>
              </a:spcBef>
              <a:buClr>
                <a:srgbClr val="003366"/>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and select “Custom Animation”</a:t>
            </a:r>
            <a:endParaRPr lang="fr-FR" sz="2000" b="0" u="none" strike="noStrike">
              <a:solidFill>
                <a:srgbClr val="003366"/>
              </a:solidFill>
              <a:effectLst/>
              <a:uFillTx/>
              <a:latin typeface="Arial"/>
            </a:endParaRPr>
          </a:p>
          <a:p>
            <a:pPr marL="343080" indent="-343080">
              <a:lnSpc>
                <a:spcPct val="8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3) Highlight The Section You Wish To Animate</a:t>
            </a:r>
            <a:endParaRPr lang="fr-FR" sz="2400" b="0" u="none" strike="noStrike">
              <a:solidFill>
                <a:srgbClr val="003366"/>
              </a:solidFill>
              <a:effectLst/>
              <a:uFillTx/>
              <a:latin typeface="Arial"/>
            </a:endParaRPr>
          </a:p>
          <a:p>
            <a:pPr marL="343080" indent="-343080">
              <a:lnSpc>
                <a:spcPct val="8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4) Click “Add Effect” At the Upper Right </a:t>
            </a:r>
            <a:r>
              <a:rPr lang="fr-FR" sz="2400" b="0" u="none" strike="noStrike">
                <a:solidFill>
                  <a:srgbClr val="003366"/>
                </a:solidFill>
                <a:effectLst/>
                <a:uFillTx/>
                <a:latin typeface="Wingdings"/>
                <a:ea typeface="Wingdings"/>
              </a:rPr>
              <a:t></a:t>
            </a:r>
            <a:endParaRPr lang="fr-FR" sz="2400" b="0" u="none" strike="noStrike">
              <a:solidFill>
                <a:srgbClr val="003366"/>
              </a:solidFill>
              <a:effectLst/>
              <a:uFillTx/>
              <a:latin typeface="Arial"/>
            </a:endParaRPr>
          </a:p>
          <a:p>
            <a:pPr marL="343080" indent="-343080">
              <a:lnSpc>
                <a:spcPct val="8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5) Select and Preview Your Effect</a:t>
            </a:r>
            <a:endParaRPr lang="fr-FR" sz="2400" b="0" u="none" strike="noStrike">
              <a:solidFill>
                <a:srgbClr val="003366"/>
              </a:solidFill>
              <a:effectLst/>
              <a:uFillTx/>
              <a:latin typeface="Arial"/>
            </a:endParaRPr>
          </a:p>
          <a:p>
            <a:pPr marL="343080" indent="-343080">
              <a:lnSpc>
                <a:spcPct val="8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6) Highlight Your Effect and Make Sure the “Start” drop down is set to “On Click”</a:t>
            </a:r>
            <a:endParaRPr lang="fr-FR" sz="2400" b="0" u="none" strike="noStrike">
              <a:solidFill>
                <a:srgbClr val="003366"/>
              </a:solidFill>
              <a:effectLst/>
              <a:uFillTx/>
              <a:latin typeface="Arial"/>
            </a:endParaRPr>
          </a:p>
          <a:p>
            <a:pPr marL="343080" indent="-343080">
              <a:lnSpc>
                <a:spcPct val="8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7) To Preview Your Slide Click “Play” at the Lower Right</a:t>
            </a:r>
            <a:r>
              <a:rPr lang="fr-FR" sz="2400" b="0" u="none" strike="noStrike">
                <a:solidFill>
                  <a:srgbClr val="003366"/>
                </a:solidFill>
                <a:effectLst/>
                <a:uFillTx/>
                <a:latin typeface="Wingdings"/>
                <a:ea typeface="Wingdings"/>
              </a:rPr>
              <a:t></a:t>
            </a:r>
            <a:endParaRPr lang="fr-FR" sz="2400" b="0" u="none" strike="noStrike">
              <a:solidFill>
                <a:srgbClr val="003366"/>
              </a:solidFill>
              <a:effectLst/>
              <a:uFillTx/>
              <a:latin typeface="Arial"/>
            </a:endParaRPr>
          </a:p>
          <a:p>
            <a:pPr marL="343080" indent="0">
              <a:lnSpc>
                <a:spcPct val="8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400" b="0" u="none" strike="noStrike">
              <a:solidFill>
                <a:srgbClr val="003366"/>
              </a:solidFill>
              <a:effectLst/>
              <a:uFillTx/>
              <a:latin typeface="Arial"/>
            </a:endParaRPr>
          </a:p>
        </p:txBody>
      </p:sp>
      <p:sp>
        <p:nvSpPr>
          <p:cNvPr id="72"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 presetClass="entr" fill="hold" nodeType="clickEffect" presetSubtype="8">
                                  <p:stCondLst>
                                    <p:cond delay="0"/>
                                  </p:stCondLst>
                                  <p:childTnLst>
                                    <p:set>
                                      <p:cBhvr>
                                        <p:cTn id="6" dur="1" fill="hold">
                                          <p:stCondLst>
                                            <p:cond delay="0"/>
                                          </p:stCondLst>
                                        </p:cTn>
                                        <p:tgtEl>
                                          <p:spTgt spid="71">
                                            <p:txEl>
                                              <p:pRg st="0" end="0"/>
                                            </p:txEl>
                                          </p:spTgt>
                                        </p:tgtEl>
                                        <p:attrNameLst>
                                          <p:attrName>style.visibility</p:attrName>
                                        </p:attrNameLst>
                                      </p:cBhvr>
                                      <p:to>
                                        <p:strVal val="visible"/>
                                      </p:to>
                                    </p:set>
                                    <p:anim calcmode="lin" valueType="num">
                                      <p:cBhvr additive="base">
                                        <p:cTn id="7" dur="2000" fill="hold"/>
                                        <p:tgtEl>
                                          <p:spTgt spid="71">
                                            <p:txEl>
                                              <p:pRg st="0" end="0"/>
                                            </p:txEl>
                                          </p:spTgt>
                                        </p:tgtEl>
                                        <p:attrNameLst>
                                          <p:attrName>ppt_x</p:attrName>
                                        </p:attrNameLst>
                                      </p:cBhvr>
                                      <p:tavLst>
                                        <p:tav>
                                          <p:val>
                                            <p:strVal val="0-#ppt_w/2"/>
                                          </p:val>
                                        </p:tav>
                                        <p:tav tm="100000">
                                          <p:val>
                                            <p:strVal val="#ppt_x"/>
                                          </p:val>
                                        </p:tav>
                                      </p:tavLst>
                                    </p:anim>
                                    <p:anim calcmode="lin" valueType="num">
                                      <p:cBhvr additive="base">
                                        <p:cTn id="8" dur="2000" fill="hold"/>
                                        <p:tgtEl>
                                          <p:spTgt spid="71">
                                            <p:txEl>
                                              <p:pRg st="0" end="0"/>
                                            </p:txEl>
                                          </p:spTgt>
                                        </p:tgtEl>
                                        <p:attrNameLst>
                                          <p:attrName>ppt_y</p:attrName>
                                        </p:attrNameLst>
                                      </p:cBhvr>
                                      <p:tavLst>
                                        <p:tav>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fill="hold" nodeType="clickEffect" presetSubtype="16">
                                  <p:stCondLst>
                                    <p:cond delay="0"/>
                                  </p:stCondLst>
                                  <p:childTnLst>
                                    <p:set>
                                      <p:cBhvr>
                                        <p:cTn id="12" dur="1" fill="hold">
                                          <p:stCondLst>
                                            <p:cond delay="0"/>
                                          </p:stCondLst>
                                        </p:cTn>
                                        <p:tgtEl>
                                          <p:spTgt spid="71">
                                            <p:txEl>
                                              <p:pRg st="1" end="1"/>
                                            </p:txEl>
                                          </p:spTgt>
                                        </p:tgtEl>
                                        <p:attrNameLst>
                                          <p:attrName>style.visibility</p:attrName>
                                        </p:attrNameLst>
                                      </p:cBhvr>
                                      <p:to>
                                        <p:strVal val="visible"/>
                                      </p:to>
                                    </p:set>
                                    <p:animEffect filter="box(in)" transition="in">
                                      <p:cBhvr additive="repl">
                                        <p:cTn id="13" dur="2000"/>
                                        <p:tgtEl>
                                          <p:spTgt spid="71">
                                            <p:txEl>
                                              <p:pRg st="1" end="1"/>
                                            </p:txEl>
                                          </p:spTgt>
                                        </p:tgtEl>
                                      </p:cBhvr>
                                    </p:animEffect>
                                  </p:childTnLst>
                                </p:cTn>
                              </p:par>
                              <p:par>
                                <p:cTn id="14" presetID="4" presetClass="entr" fill="hold" nodeType="withEffect" presetSubtype="16">
                                  <p:stCondLst>
                                    <p:cond delay="0"/>
                                  </p:stCondLst>
                                  <p:childTnLst>
                                    <p:set>
                                      <p:cBhvr>
                                        <p:cTn id="15" dur="1" fill="hold">
                                          <p:stCondLst>
                                            <p:cond delay="0"/>
                                          </p:stCondLst>
                                        </p:cTn>
                                        <p:tgtEl>
                                          <p:spTgt spid="71">
                                            <p:txEl>
                                              <p:pRg st="2" end="2"/>
                                            </p:txEl>
                                          </p:spTgt>
                                        </p:tgtEl>
                                        <p:attrNameLst>
                                          <p:attrName>style.visibility</p:attrName>
                                        </p:attrNameLst>
                                      </p:cBhvr>
                                      <p:to>
                                        <p:strVal val="visible"/>
                                      </p:to>
                                    </p:set>
                                    <p:animEffect filter="box(in)" transition="in">
                                      <p:cBhvr additive="repl">
                                        <p:cTn id="16" dur="2000"/>
                                        <p:tgtEl>
                                          <p:spTgt spid="71">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fill="hold" nodeType="clickEffect" presetSubtype="4">
                                  <p:stCondLst>
                                    <p:cond delay="0"/>
                                  </p:stCondLst>
                                  <p:childTnLst>
                                    <p:set>
                                      <p:cBhvr>
                                        <p:cTn id="20" dur="1" fill="hold">
                                          <p:stCondLst>
                                            <p:cond delay="0"/>
                                          </p:stCondLst>
                                        </p:cTn>
                                        <p:tgtEl>
                                          <p:spTgt spid="71">
                                            <p:txEl>
                                              <p:pRg st="3" end="3"/>
                                            </p:txEl>
                                          </p:spTgt>
                                        </p:tgtEl>
                                        <p:attrNameLst>
                                          <p:attrName>style.visibility</p:attrName>
                                        </p:attrNameLst>
                                      </p:cBhvr>
                                      <p:to>
                                        <p:strVal val="visible"/>
                                      </p:to>
                                    </p:set>
                                    <p:anim calcmode="lin" valueType="num">
                                      <p:cBhvr additive="base">
                                        <p:cTn id="21" dur="2000" fill="hold"/>
                                        <p:tgtEl>
                                          <p:spTgt spid="71">
                                            <p:txEl>
                                              <p:pRg st="3" end="3"/>
                                            </p:txEl>
                                          </p:spTgt>
                                        </p:tgtEl>
                                        <p:attrNameLst>
                                          <p:attrName>ppt_x</p:attrName>
                                        </p:attrNameLst>
                                      </p:cBhvr>
                                      <p:tavLst>
                                        <p:tav>
                                          <p:val>
                                            <p:strVal val="#ppt_x"/>
                                          </p:val>
                                        </p:tav>
                                        <p:tav tm="100000">
                                          <p:val>
                                            <p:strVal val="#ppt_x"/>
                                          </p:val>
                                        </p:tav>
                                      </p:tavLst>
                                    </p:anim>
                                    <p:anim calcmode="lin" valueType="num">
                                      <p:cBhvr additive="base">
                                        <p:cTn id="22" dur="2000" fill="hold"/>
                                        <p:tgtEl>
                                          <p:spTgt spid="71">
                                            <p:txEl>
                                              <p:pRg st="3" end="3"/>
                                            </p:txEl>
                                          </p:spTgt>
                                        </p:tgtEl>
                                        <p:attrNameLst>
                                          <p:attrName>ppt_y</p:attrName>
                                        </p:attrNameLst>
                                      </p:cBhvr>
                                      <p:tavLst>
                                        <p:tav>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5" presetClass="entr" fill="hold" nodeType="clickEffect">
                                  <p:stCondLst>
                                    <p:cond delay="0"/>
                                  </p:stCondLst>
                                  <p:childTnLst>
                                    <p:set>
                                      <p:cBhvr>
                                        <p:cTn id="26" dur="1" fill="hold">
                                          <p:stCondLst>
                                            <p:cond delay="0"/>
                                          </p:stCondLst>
                                        </p:cTn>
                                        <p:tgtEl>
                                          <p:spTgt spid="71">
                                            <p:txEl>
                                              <p:pRg st="4" end="4"/>
                                            </p:txEl>
                                          </p:spTgt>
                                        </p:tgtEl>
                                        <p:attrNameLst>
                                          <p:attrName>style.visibility</p:attrName>
                                        </p:attrNameLst>
                                      </p:cBhvr>
                                      <p:to>
                                        <p:strVal val="visible"/>
                                      </p:to>
                                    </p:set>
                                    <p:anim calcmode="lin" valueType="num">
                                      <p:cBhvr additive="repl">
                                        <p:cTn id="27" dur="1000" fill="hold"/>
                                        <p:tgtEl>
                                          <p:spTgt spid="71">
                                            <p:txEl>
                                              <p:pRg st="4" end="4"/>
                                            </p:txEl>
                                          </p:spTgt>
                                        </p:tgtEl>
                                        <p:attrNameLst>
                                          <p:attrName>ppt_w</p:attrName>
                                        </p:attrNameLst>
                                      </p:cBhvr>
                                      <p:tavLst>
                                        <p:tav>
                                          <p:val>
                                            <p:fltVal val="0"/>
                                          </p:val>
                                        </p:tav>
                                        <p:tav tm="100000">
                                          <p:val>
                                            <p:strVal val="#ppt_w"/>
                                          </p:val>
                                        </p:tav>
                                      </p:tavLst>
                                    </p:anim>
                                    <p:anim calcmode="lin" valueType="num">
                                      <p:cBhvr additive="repl">
                                        <p:cTn id="28" dur="1000" fill="hold"/>
                                        <p:tgtEl>
                                          <p:spTgt spid="71">
                                            <p:txEl>
                                              <p:pRg st="4" end="4"/>
                                            </p:txEl>
                                          </p:spTgt>
                                        </p:tgtEl>
                                        <p:attrNameLst>
                                          <p:attrName>ppt_h</p:attrName>
                                        </p:attrNameLst>
                                      </p:cBhvr>
                                      <p:tavLst>
                                        <p:tav>
                                          <p:val>
                                            <p:fltVal val="0"/>
                                          </p:val>
                                        </p:tav>
                                        <p:tav tm="100000">
                                          <p:val>
                                            <p:strVal val="#ppt_h"/>
                                          </p:val>
                                        </p:tav>
                                      </p:tavLst>
                                    </p:anim>
                                    <p:anim calcmode="lin" valueType="num">
                                      <p:cBhvr additive="repl">
                                        <p:cTn id="29" dur="1000" fill="hold"/>
                                        <p:tgtEl>
                                          <p:spTgt spid="71">
                                            <p:txEl>
                                              <p:pRg st="4" end="4"/>
                                            </p:txEl>
                                          </p:spTgt>
                                        </p:tgtEl>
                                        <p:attrNameLst>
                                          <p:attrName>ppt_x</p:attrName>
                                        </p:attrNameLst>
                                      </p:cBhvr>
                                      <p:tavLst>
                                        <p:tav fmla="x+(cos(-2*pi*(1-$))*-x-sin(-2*pi*(1-$))*(1-y))*(1-$)">
                                          <p:val>
                                            <p:fltVal val="0"/>
                                          </p:val>
                                        </p:tav>
                                        <p:tav fmla="x+(cos(-2*pi*(1-$))*-x-sin(-2*pi*(1-$))*(1-y))*(1-$)" tm="100000">
                                          <p:val>
                                            <p:fltVal val="1"/>
                                          </p:val>
                                        </p:tav>
                                      </p:tavLst>
                                    </p:anim>
                                    <p:anim calcmode="lin" valueType="num">
                                      <p:cBhvr additive="repl">
                                        <p:cTn id="30" dur="1000" fill="hold"/>
                                        <p:tgtEl>
                                          <p:spTgt spid="71">
                                            <p:txEl>
                                              <p:pRg st="4" end="4"/>
                                            </p:txEl>
                                          </p:spTgt>
                                        </p:tgtEl>
                                        <p:attrNameLst>
                                          <p:attrName>ppt_y</p:attrName>
                                        </p:attrNameLst>
                                      </p:cBhvr>
                                      <p:tavLst>
                                        <p:tav fmla="y+(sin(-2*pi*(1-$))*-x+cos(-2*pi*(1-$))*(1-y))*(1-$)">
                                          <p:val>
                                            <p:fltVal val="0"/>
                                          </p:val>
                                        </p:tav>
                                        <p:tav fmla="y+(sin(-2*pi*(1-$))*-x+cos(-2*pi*(1-$))*(1-y))*(1-$)" tm="100000">
                                          <p:val>
                                            <p:fltVal val="1"/>
                                          </p:val>
                                        </p:tav>
                                      </p:tavLst>
                                    </p:anim>
                                  </p:childTnLst>
                                </p:cTn>
                              </p:par>
                            </p:childTnLst>
                          </p:cTn>
                        </p:par>
                      </p:childTnLst>
                    </p:cTn>
                  </p:par>
                  <p:par>
                    <p:cTn id="31" fill="hold">
                      <p:stCondLst>
                        <p:cond delay="indefinite"/>
                      </p:stCondLst>
                      <p:childTnLst>
                        <p:par>
                          <p:cTn id="32" fill="hold">
                            <p:stCondLst>
                              <p:cond delay="0"/>
                            </p:stCondLst>
                            <p:childTnLst>
                              <p:par>
                                <p:cTn id="33" presetID="40" presetClass="entr" fill="hold" nodeType="clickEffect">
                                  <p:stCondLst>
                                    <p:cond delay="0"/>
                                  </p:stCondLst>
                                  <p:iterate type="lt">
                                    <p:tmAbs val="100"/>
                                  </p:iterate>
                                  <p:childTnLst>
                                    <p:set>
                                      <p:cBhvr>
                                        <p:cTn id="34" dur="1" fill="hold">
                                          <p:stCondLst>
                                            <p:cond delay="0"/>
                                          </p:stCondLst>
                                        </p:cTn>
                                        <p:tgtEl>
                                          <p:spTgt spid="71">
                                            <p:txEl>
                                              <p:pRg st="5" end="5"/>
                                            </p:txEl>
                                          </p:spTgt>
                                        </p:tgtEl>
                                        <p:attrNameLst>
                                          <p:attrName>style.visibility</p:attrName>
                                        </p:attrNameLst>
                                      </p:cBhvr>
                                      <p:to>
                                        <p:strVal val="visible"/>
                                      </p:to>
                                    </p:set>
                                    <p:animEffect filter="fade" transition="in">
                                      <p:cBhvr additive="repl">
                                        <p:cTn id="35" dur="1000"/>
                                        <p:tgtEl>
                                          <p:spTgt spid="71">
                                            <p:txEl>
                                              <p:pRg st="5" end="5"/>
                                            </p:txEl>
                                          </p:spTgt>
                                        </p:tgtEl>
                                      </p:cBhvr>
                                    </p:animEffect>
                                    <p:anim calcmode="lin" valueType="num">
                                      <p:cBhvr additive="repl">
                                        <p:cTn id="36" dur="1000" fill="hold"/>
                                        <p:tgtEl>
                                          <p:spTgt spid="71">
                                            <p:txEl>
                                              <p:pRg st="5" end="5"/>
                                            </p:txEl>
                                          </p:spTgt>
                                        </p:tgtEl>
                                        <p:attrNameLst>
                                          <p:attrName>ppt_x</p:attrName>
                                        </p:attrNameLst>
                                      </p:cBhvr>
                                      <p:tavLst>
                                        <p:tav>
                                          <p:val>
                                            <p:strVal val="#ppt_x-.1"/>
                                          </p:val>
                                        </p:tav>
                                        <p:tav tm="100000">
                                          <p:val>
                                            <p:strVal val="#ppt_x"/>
                                          </p:val>
                                        </p:tav>
                                      </p:tavLst>
                                    </p:anim>
                                    <p:anim calcmode="lin" valueType="num">
                                      <p:cBhvr additive="repl">
                                        <p:cTn id="37" dur="1000" fill="hold"/>
                                        <p:tgtEl>
                                          <p:spTgt spid="71">
                                            <p:txEl>
                                              <p:pRg st="5" end="5"/>
                                            </p:txEl>
                                          </p:spTgt>
                                        </p:tgtEl>
                                        <p:attrNameLst>
                                          <p:attrName>ppt_y</p:attrName>
                                        </p:attrNameLst>
                                      </p:cBhvr>
                                      <p:tavLst>
                                        <p:tav>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3" presetClass="entr" fill="hold" nodeType="clickEffect" presetSubtype="10">
                                  <p:stCondLst>
                                    <p:cond delay="0"/>
                                  </p:stCondLst>
                                  <p:childTnLst>
                                    <p:set>
                                      <p:cBhvr>
                                        <p:cTn id="41" dur="1" fill="hold">
                                          <p:stCondLst>
                                            <p:cond delay="0"/>
                                          </p:stCondLst>
                                        </p:cTn>
                                        <p:tgtEl>
                                          <p:spTgt spid="71">
                                            <p:txEl>
                                              <p:pRg st="6" end="6"/>
                                            </p:txEl>
                                          </p:spTgt>
                                        </p:tgtEl>
                                        <p:attrNameLst>
                                          <p:attrName>style.visibility</p:attrName>
                                        </p:attrNameLst>
                                      </p:cBhvr>
                                      <p:to>
                                        <p:strVal val="visible"/>
                                      </p:to>
                                    </p:set>
                                    <p:animEffect filter="blinds(horizontal)" transition="in">
                                      <p:cBhvr additive="repl">
                                        <p:cTn id="42" dur="500"/>
                                        <p:tgtEl>
                                          <p:spTgt spid="71">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9" presetClass="entr" fill="hold" nodeType="clickEffect">
                                  <p:stCondLst>
                                    <p:cond delay="0"/>
                                  </p:stCondLst>
                                  <p:childTnLst>
                                    <p:set>
                                      <p:cBhvr>
                                        <p:cTn id="46" dur="1" fill="hold">
                                          <p:stCondLst>
                                            <p:cond delay="0"/>
                                          </p:stCondLst>
                                        </p:cTn>
                                        <p:tgtEl>
                                          <p:spTgt spid="71">
                                            <p:txEl>
                                              <p:pRg st="7" end="7"/>
                                            </p:txEl>
                                          </p:spTgt>
                                        </p:tgtEl>
                                        <p:attrNameLst>
                                          <p:attrName>style.visibility</p:attrName>
                                        </p:attrNameLst>
                                      </p:cBhvr>
                                      <p:to>
                                        <p:strVal val="visible"/>
                                      </p:to>
                                    </p:set>
                                    <p:anim calcmode="lin" valueType="num">
                                      <p:cBhvr additive="repl">
                                        <p:cTn id="47" dur="500" fill="hold"/>
                                        <p:tgtEl>
                                          <p:spTgt spid="71">
                                            <p:txEl>
                                              <p:pRg st="7" end="7"/>
                                            </p:txEl>
                                          </p:spTgt>
                                        </p:tgtEl>
                                        <p:attrNameLst>
                                          <p:attrName>ppt_h</p:attrName>
                                        </p:attrNameLst>
                                      </p:cBhvr>
                                      <p:tavLst>
                                        <p:tav>
                                          <p:val>
                                            <p:strVal val="#ppt_h/20"/>
                                          </p:val>
                                        </p:tav>
                                        <p:tav tm="50000">
                                          <p:val>
                                            <p:strVal val="#ppt_h/20"/>
                                          </p:val>
                                        </p:tav>
                                        <p:tav tm="100000">
                                          <p:val>
                                            <p:strVal val="#ppt_h"/>
                                          </p:val>
                                        </p:tav>
                                      </p:tavLst>
                                    </p:anim>
                                    <p:anim calcmode="lin" valueType="num">
                                      <p:cBhvr additive="repl">
                                        <p:cTn id="48" dur="500" fill="hold"/>
                                        <p:tgtEl>
                                          <p:spTgt spid="71">
                                            <p:txEl>
                                              <p:pRg st="7" end="7"/>
                                            </p:txEl>
                                          </p:spTgt>
                                        </p:tgtEl>
                                        <p:attrNameLst>
                                          <p:attrName>ppt_w</p:attrName>
                                        </p:attrNameLst>
                                      </p:cBhvr>
                                      <p:tavLst>
                                        <p:tav>
                                          <p:val>
                                            <p:strVal val="#ppt_w+.3"/>
                                          </p:val>
                                        </p:tav>
                                        <p:tav tm="50000">
                                          <p:val>
                                            <p:strVal val="#ppt_w+.3"/>
                                          </p:val>
                                        </p:tav>
                                        <p:tav tm="100000">
                                          <p:val>
                                            <p:strVal val="#ppt_w"/>
                                          </p:val>
                                        </p:tav>
                                      </p:tavLst>
                                    </p:anim>
                                    <p:anim calcmode="lin" valueType="num">
                                      <p:cBhvr additive="repl">
                                        <p:cTn id="49" dur="500" fill="hold"/>
                                        <p:tgtEl>
                                          <p:spTgt spid="71">
                                            <p:txEl>
                                              <p:pRg st="7" end="7"/>
                                            </p:txEl>
                                          </p:spTgt>
                                        </p:tgtEl>
                                        <p:attrNameLst>
                                          <p:attrName>ppt_x</p:attrName>
                                        </p:attrNameLst>
                                      </p:cBhvr>
                                      <p:tavLst>
                                        <p:tav>
                                          <p:val>
                                            <p:strVal val="#ppt_x-.3"/>
                                          </p:val>
                                        </p:tav>
                                        <p:tav tm="50000">
                                          <p:val>
                                            <p:strVal val="#ppt_x"/>
                                          </p:val>
                                        </p:tav>
                                        <p:tav tm="100000">
                                          <p:val>
                                            <p:strVal val="#ppt_x"/>
                                          </p:val>
                                        </p:tav>
                                      </p:tavLst>
                                    </p:anim>
                                    <p:anim calcmode="lin" valueType="num">
                                      <p:cBhvr additive="repl">
                                        <p:cTn id="50" dur="500" fill="hold"/>
                                        <p:tgtEl>
                                          <p:spTgt spid="71">
                                            <p:txEl>
                                              <p:pRg st="7" end="7"/>
                                            </p:txEl>
                                          </p:spTgt>
                                        </p:tgtEl>
                                        <p:attrNameLst>
                                          <p:attrName>ppt_y</p:attrName>
                                        </p:attrNameLst>
                                      </p:cBhvr>
                                      <p:tavLst>
                                        <p:tav>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xit" fill="hold" nodeType="clickEffect" presetSubtype="4">
                                  <p:stCondLst>
                                    <p:cond delay="0"/>
                                  </p:stCondLst>
                                  <p:childTnLst>
                                    <p:anim calcmode="lin" valueType="num">
                                      <p:cBhvr additive="base">
                                        <p:cTn id="54" dur="500"/>
                                        <p:tgtEl>
                                          <p:spTgt spid="71">
                                            <p:txEl>
                                              <p:pRg st="0" end="0"/>
                                            </p:txEl>
                                          </p:spTgt>
                                        </p:tgtEl>
                                        <p:attrNameLst>
                                          <p:attrName>ppt_x</p:attrName>
                                        </p:attrNameLst>
                                      </p:cBhvr>
                                      <p:tavLst>
                                        <p:tav>
                                          <p:val>
                                            <p:strVal val="#ppt_x"/>
                                          </p:val>
                                        </p:tav>
                                        <p:tav tm="100000">
                                          <p:val>
                                            <p:strVal val="#ppt_x"/>
                                          </p:val>
                                        </p:tav>
                                      </p:tavLst>
                                    </p:anim>
                                    <p:anim calcmode="lin" valueType="num">
                                      <p:cBhvr additive="base">
                                        <p:cTn id="55" dur="500"/>
                                        <p:tgtEl>
                                          <p:spTgt spid="71">
                                            <p:txEl>
                                              <p:pRg st="0" end="0"/>
                                            </p:txEl>
                                          </p:spTgt>
                                        </p:tgtEl>
                                        <p:attrNameLst>
                                          <p:attrName>ppt_y</p:attrName>
                                        </p:attrNameLst>
                                      </p:cBhvr>
                                      <p:tavLst>
                                        <p:tav>
                                          <p:val>
                                            <p:strVal val="#ppt_y"/>
                                          </p:val>
                                        </p:tav>
                                        <p:tav tm="100000">
                                          <p:val>
                                            <p:strVal val="1+#ppt_h/2"/>
                                          </p:val>
                                        </p:tav>
                                      </p:tavLst>
                                    </p:anim>
                                    <p:set>
                                      <p:cBhvr>
                                        <p:cTn id="56" dur="1" fill="hold">
                                          <p:stCondLst>
                                            <p:cond delay="499"/>
                                          </p:stCondLst>
                                        </p:cTn>
                                        <p:tgtEl>
                                          <p:spTgt spid="71">
                                            <p:txEl>
                                              <p:pRg st="0" end="0"/>
                                            </p:txEl>
                                          </p:spTgt>
                                        </p:tgtEl>
                                        <p:attrNameLst>
                                          <p:attrName>style.visibility</p:attrName>
                                        </p:attrNameLst>
                                      </p:cBhvr>
                                      <p:to>
                                        <p:strVal val="hidden"/>
                                      </p:to>
                                    </p:set>
                                  </p:childTnLst>
                                </p:cTn>
                              </p:par>
                              <p:par>
                                <p:cTn id="57" presetID="2" presetClass="exit" fill="hold" nodeType="withEffect" presetSubtype="4">
                                  <p:stCondLst>
                                    <p:cond delay="0"/>
                                  </p:stCondLst>
                                  <p:childTnLst>
                                    <p:anim calcmode="lin" valueType="num">
                                      <p:cBhvr additive="base">
                                        <p:cTn id="58" dur="500"/>
                                        <p:tgtEl>
                                          <p:spTgt spid="71">
                                            <p:txEl>
                                              <p:pRg st="1" end="1"/>
                                            </p:txEl>
                                          </p:spTgt>
                                        </p:tgtEl>
                                        <p:attrNameLst>
                                          <p:attrName>ppt_x</p:attrName>
                                        </p:attrNameLst>
                                      </p:cBhvr>
                                      <p:tavLst>
                                        <p:tav>
                                          <p:val>
                                            <p:strVal val="#ppt_x"/>
                                          </p:val>
                                        </p:tav>
                                        <p:tav tm="100000">
                                          <p:val>
                                            <p:strVal val="#ppt_x"/>
                                          </p:val>
                                        </p:tav>
                                      </p:tavLst>
                                    </p:anim>
                                    <p:anim calcmode="lin" valueType="num">
                                      <p:cBhvr additive="base">
                                        <p:cTn id="59" dur="500"/>
                                        <p:tgtEl>
                                          <p:spTgt spid="71">
                                            <p:txEl>
                                              <p:pRg st="1" end="1"/>
                                            </p:txEl>
                                          </p:spTgt>
                                        </p:tgtEl>
                                        <p:attrNameLst>
                                          <p:attrName>ppt_y</p:attrName>
                                        </p:attrNameLst>
                                      </p:cBhvr>
                                      <p:tavLst>
                                        <p:tav>
                                          <p:val>
                                            <p:strVal val="#ppt_y"/>
                                          </p:val>
                                        </p:tav>
                                        <p:tav tm="100000">
                                          <p:val>
                                            <p:strVal val="1+#ppt_h/2"/>
                                          </p:val>
                                        </p:tav>
                                      </p:tavLst>
                                    </p:anim>
                                    <p:set>
                                      <p:cBhvr>
                                        <p:cTn id="60" dur="1" fill="hold">
                                          <p:stCondLst>
                                            <p:cond delay="499"/>
                                          </p:stCondLst>
                                        </p:cTn>
                                        <p:tgtEl>
                                          <p:spTgt spid="71">
                                            <p:txEl>
                                              <p:pRg st="1" end="1"/>
                                            </p:txEl>
                                          </p:spTgt>
                                        </p:tgtEl>
                                        <p:attrNameLst>
                                          <p:attrName>style.visibility</p:attrName>
                                        </p:attrNameLst>
                                      </p:cBhvr>
                                      <p:to>
                                        <p:strVal val="hidden"/>
                                      </p:to>
                                    </p:set>
                                  </p:childTnLst>
                                </p:cTn>
                              </p:par>
                              <p:par>
                                <p:cTn id="61" presetID="2" presetClass="exit" fill="hold" nodeType="withEffect" presetSubtype="4">
                                  <p:stCondLst>
                                    <p:cond delay="0"/>
                                  </p:stCondLst>
                                  <p:childTnLst>
                                    <p:anim calcmode="lin" valueType="num">
                                      <p:cBhvr additive="base">
                                        <p:cTn id="62" dur="500"/>
                                        <p:tgtEl>
                                          <p:spTgt spid="71">
                                            <p:txEl>
                                              <p:pRg st="2" end="2"/>
                                            </p:txEl>
                                          </p:spTgt>
                                        </p:tgtEl>
                                        <p:attrNameLst>
                                          <p:attrName>ppt_x</p:attrName>
                                        </p:attrNameLst>
                                      </p:cBhvr>
                                      <p:tavLst>
                                        <p:tav>
                                          <p:val>
                                            <p:strVal val="#ppt_x"/>
                                          </p:val>
                                        </p:tav>
                                        <p:tav tm="100000">
                                          <p:val>
                                            <p:strVal val="#ppt_x"/>
                                          </p:val>
                                        </p:tav>
                                      </p:tavLst>
                                    </p:anim>
                                    <p:anim calcmode="lin" valueType="num">
                                      <p:cBhvr additive="base">
                                        <p:cTn id="63" dur="500"/>
                                        <p:tgtEl>
                                          <p:spTgt spid="71">
                                            <p:txEl>
                                              <p:pRg st="2" end="2"/>
                                            </p:txEl>
                                          </p:spTgt>
                                        </p:tgtEl>
                                        <p:attrNameLst>
                                          <p:attrName>ppt_y</p:attrName>
                                        </p:attrNameLst>
                                      </p:cBhvr>
                                      <p:tavLst>
                                        <p:tav>
                                          <p:val>
                                            <p:strVal val="#ppt_y"/>
                                          </p:val>
                                        </p:tav>
                                        <p:tav tm="100000">
                                          <p:val>
                                            <p:strVal val="1+#ppt_h/2"/>
                                          </p:val>
                                        </p:tav>
                                      </p:tavLst>
                                    </p:anim>
                                    <p:set>
                                      <p:cBhvr>
                                        <p:cTn id="64" dur="1" fill="hold">
                                          <p:stCondLst>
                                            <p:cond delay="499"/>
                                          </p:stCondLst>
                                        </p:cTn>
                                        <p:tgtEl>
                                          <p:spTgt spid="71">
                                            <p:txEl>
                                              <p:pRg st="2" end="2"/>
                                            </p:txEl>
                                          </p:spTgt>
                                        </p:tgtEl>
                                        <p:attrNameLst>
                                          <p:attrName>style.visibility</p:attrName>
                                        </p:attrNameLst>
                                      </p:cBhvr>
                                      <p:to>
                                        <p:strVal val="hidden"/>
                                      </p:to>
                                    </p:set>
                                  </p:childTnLst>
                                </p:cTn>
                              </p:par>
                              <p:par>
                                <p:cTn id="65" presetID="2" presetClass="exit" fill="hold" nodeType="withEffect" presetSubtype="4">
                                  <p:stCondLst>
                                    <p:cond delay="0"/>
                                  </p:stCondLst>
                                  <p:childTnLst>
                                    <p:anim calcmode="lin" valueType="num">
                                      <p:cBhvr additive="base">
                                        <p:cTn id="66" dur="500"/>
                                        <p:tgtEl>
                                          <p:spTgt spid="71">
                                            <p:txEl>
                                              <p:pRg st="3" end="3"/>
                                            </p:txEl>
                                          </p:spTgt>
                                        </p:tgtEl>
                                        <p:attrNameLst>
                                          <p:attrName>ppt_x</p:attrName>
                                        </p:attrNameLst>
                                      </p:cBhvr>
                                      <p:tavLst>
                                        <p:tav>
                                          <p:val>
                                            <p:strVal val="#ppt_x"/>
                                          </p:val>
                                        </p:tav>
                                        <p:tav tm="100000">
                                          <p:val>
                                            <p:strVal val="#ppt_x"/>
                                          </p:val>
                                        </p:tav>
                                      </p:tavLst>
                                    </p:anim>
                                    <p:anim calcmode="lin" valueType="num">
                                      <p:cBhvr additive="base">
                                        <p:cTn id="67" dur="500"/>
                                        <p:tgtEl>
                                          <p:spTgt spid="71">
                                            <p:txEl>
                                              <p:pRg st="3" end="3"/>
                                            </p:txEl>
                                          </p:spTgt>
                                        </p:tgtEl>
                                        <p:attrNameLst>
                                          <p:attrName>ppt_y</p:attrName>
                                        </p:attrNameLst>
                                      </p:cBhvr>
                                      <p:tavLst>
                                        <p:tav>
                                          <p:val>
                                            <p:strVal val="#ppt_y"/>
                                          </p:val>
                                        </p:tav>
                                        <p:tav tm="100000">
                                          <p:val>
                                            <p:strVal val="1+#ppt_h/2"/>
                                          </p:val>
                                        </p:tav>
                                      </p:tavLst>
                                    </p:anim>
                                    <p:set>
                                      <p:cBhvr>
                                        <p:cTn id="68" dur="1" fill="hold">
                                          <p:stCondLst>
                                            <p:cond delay="499"/>
                                          </p:stCondLst>
                                        </p:cTn>
                                        <p:tgtEl>
                                          <p:spTgt spid="71">
                                            <p:txEl>
                                              <p:pRg st="3" end="3"/>
                                            </p:txEl>
                                          </p:spTgt>
                                        </p:tgtEl>
                                        <p:attrNameLst>
                                          <p:attrName>style.visibility</p:attrName>
                                        </p:attrNameLst>
                                      </p:cBhvr>
                                      <p:to>
                                        <p:strVal val="hidden"/>
                                      </p:to>
                                    </p:set>
                                  </p:childTnLst>
                                </p:cTn>
                              </p:par>
                              <p:par>
                                <p:cTn id="69" presetID="2" presetClass="exit" fill="hold" nodeType="withEffect" presetSubtype="4">
                                  <p:stCondLst>
                                    <p:cond delay="0"/>
                                  </p:stCondLst>
                                  <p:childTnLst>
                                    <p:anim calcmode="lin" valueType="num">
                                      <p:cBhvr additive="base">
                                        <p:cTn id="70" dur="500"/>
                                        <p:tgtEl>
                                          <p:spTgt spid="71">
                                            <p:txEl>
                                              <p:pRg st="4" end="4"/>
                                            </p:txEl>
                                          </p:spTgt>
                                        </p:tgtEl>
                                        <p:attrNameLst>
                                          <p:attrName>ppt_x</p:attrName>
                                        </p:attrNameLst>
                                      </p:cBhvr>
                                      <p:tavLst>
                                        <p:tav>
                                          <p:val>
                                            <p:strVal val="#ppt_x"/>
                                          </p:val>
                                        </p:tav>
                                        <p:tav tm="100000">
                                          <p:val>
                                            <p:strVal val="#ppt_x"/>
                                          </p:val>
                                        </p:tav>
                                      </p:tavLst>
                                    </p:anim>
                                    <p:anim calcmode="lin" valueType="num">
                                      <p:cBhvr additive="base">
                                        <p:cTn id="71" dur="500"/>
                                        <p:tgtEl>
                                          <p:spTgt spid="71">
                                            <p:txEl>
                                              <p:pRg st="4" end="4"/>
                                            </p:txEl>
                                          </p:spTgt>
                                        </p:tgtEl>
                                        <p:attrNameLst>
                                          <p:attrName>ppt_y</p:attrName>
                                        </p:attrNameLst>
                                      </p:cBhvr>
                                      <p:tavLst>
                                        <p:tav>
                                          <p:val>
                                            <p:strVal val="#ppt_y"/>
                                          </p:val>
                                        </p:tav>
                                        <p:tav tm="100000">
                                          <p:val>
                                            <p:strVal val="1+#ppt_h/2"/>
                                          </p:val>
                                        </p:tav>
                                      </p:tavLst>
                                    </p:anim>
                                    <p:set>
                                      <p:cBhvr>
                                        <p:cTn id="72" dur="1" fill="hold">
                                          <p:stCondLst>
                                            <p:cond delay="499"/>
                                          </p:stCondLst>
                                        </p:cTn>
                                        <p:tgtEl>
                                          <p:spTgt spid="71">
                                            <p:txEl>
                                              <p:pRg st="4" end="4"/>
                                            </p:txEl>
                                          </p:spTgt>
                                        </p:tgtEl>
                                        <p:attrNameLst>
                                          <p:attrName>style.visibility</p:attrName>
                                        </p:attrNameLst>
                                      </p:cBhvr>
                                      <p:to>
                                        <p:strVal val="hidden"/>
                                      </p:to>
                                    </p:set>
                                  </p:childTnLst>
                                </p:cTn>
                              </p:par>
                              <p:par>
                                <p:cTn id="73" presetID="2" presetClass="exit" fill="hold" nodeType="withEffect" presetSubtype="4">
                                  <p:stCondLst>
                                    <p:cond delay="0"/>
                                  </p:stCondLst>
                                  <p:iterate type="lt">
                                    <p:tmAbs val="0"/>
                                  </p:iterate>
                                  <p:childTnLst>
                                    <p:anim calcmode="lin" valueType="num">
                                      <p:cBhvr additive="base">
                                        <p:cTn id="74" dur="500"/>
                                        <p:tgtEl>
                                          <p:spTgt spid="71">
                                            <p:txEl>
                                              <p:pRg st="5" end="5"/>
                                            </p:txEl>
                                          </p:spTgt>
                                        </p:tgtEl>
                                        <p:attrNameLst>
                                          <p:attrName>ppt_x</p:attrName>
                                        </p:attrNameLst>
                                      </p:cBhvr>
                                      <p:tavLst>
                                        <p:tav>
                                          <p:val>
                                            <p:strVal val="#ppt_x"/>
                                          </p:val>
                                        </p:tav>
                                        <p:tav tm="100000">
                                          <p:val>
                                            <p:strVal val="#ppt_x"/>
                                          </p:val>
                                        </p:tav>
                                      </p:tavLst>
                                    </p:anim>
                                    <p:anim calcmode="lin" valueType="num">
                                      <p:cBhvr additive="base">
                                        <p:cTn id="75" dur="500"/>
                                        <p:tgtEl>
                                          <p:spTgt spid="71">
                                            <p:txEl>
                                              <p:pRg st="5" end="5"/>
                                            </p:txEl>
                                          </p:spTgt>
                                        </p:tgtEl>
                                        <p:attrNameLst>
                                          <p:attrName>ppt_y</p:attrName>
                                        </p:attrNameLst>
                                      </p:cBhvr>
                                      <p:tavLst>
                                        <p:tav>
                                          <p:val>
                                            <p:strVal val="#ppt_y"/>
                                          </p:val>
                                        </p:tav>
                                        <p:tav tm="100000">
                                          <p:val>
                                            <p:strVal val="1+#ppt_h/2"/>
                                          </p:val>
                                        </p:tav>
                                      </p:tavLst>
                                    </p:anim>
                                    <p:set>
                                      <p:cBhvr>
                                        <p:cTn id="76" dur="1" fill="hold">
                                          <p:stCondLst>
                                            <p:cond delay="499"/>
                                          </p:stCondLst>
                                        </p:cTn>
                                        <p:tgtEl>
                                          <p:spTgt spid="71">
                                            <p:txEl>
                                              <p:pRg st="5" end="5"/>
                                            </p:txEl>
                                          </p:spTgt>
                                        </p:tgtEl>
                                        <p:attrNameLst>
                                          <p:attrName>style.visibility</p:attrName>
                                        </p:attrNameLst>
                                      </p:cBhvr>
                                      <p:to>
                                        <p:strVal val="hidden"/>
                                      </p:to>
                                    </p:set>
                                  </p:childTnLst>
                                </p:cTn>
                              </p:par>
                              <p:par>
                                <p:cTn id="77" presetID="2" presetClass="exit" fill="hold" nodeType="withEffect" presetSubtype="4">
                                  <p:stCondLst>
                                    <p:cond delay="0"/>
                                  </p:stCondLst>
                                  <p:childTnLst>
                                    <p:anim calcmode="lin" valueType="num">
                                      <p:cBhvr additive="base">
                                        <p:cTn id="78" dur="500"/>
                                        <p:tgtEl>
                                          <p:spTgt spid="71">
                                            <p:txEl>
                                              <p:pRg st="6" end="6"/>
                                            </p:txEl>
                                          </p:spTgt>
                                        </p:tgtEl>
                                        <p:attrNameLst>
                                          <p:attrName>ppt_x</p:attrName>
                                        </p:attrNameLst>
                                      </p:cBhvr>
                                      <p:tavLst>
                                        <p:tav>
                                          <p:val>
                                            <p:strVal val="#ppt_x"/>
                                          </p:val>
                                        </p:tav>
                                        <p:tav tm="100000">
                                          <p:val>
                                            <p:strVal val="#ppt_x"/>
                                          </p:val>
                                        </p:tav>
                                      </p:tavLst>
                                    </p:anim>
                                    <p:anim calcmode="lin" valueType="num">
                                      <p:cBhvr additive="base">
                                        <p:cTn id="79" dur="500"/>
                                        <p:tgtEl>
                                          <p:spTgt spid="71">
                                            <p:txEl>
                                              <p:pRg st="6" end="6"/>
                                            </p:txEl>
                                          </p:spTgt>
                                        </p:tgtEl>
                                        <p:attrNameLst>
                                          <p:attrName>ppt_y</p:attrName>
                                        </p:attrNameLst>
                                      </p:cBhvr>
                                      <p:tavLst>
                                        <p:tav>
                                          <p:val>
                                            <p:strVal val="#ppt_y"/>
                                          </p:val>
                                        </p:tav>
                                        <p:tav tm="100000">
                                          <p:val>
                                            <p:strVal val="1+#ppt_h/2"/>
                                          </p:val>
                                        </p:tav>
                                      </p:tavLst>
                                    </p:anim>
                                    <p:set>
                                      <p:cBhvr>
                                        <p:cTn id="80" dur="1" fill="hold">
                                          <p:stCondLst>
                                            <p:cond delay="499"/>
                                          </p:stCondLst>
                                        </p:cTn>
                                        <p:tgtEl>
                                          <p:spTgt spid="71">
                                            <p:txEl>
                                              <p:pRg st="6" end="6"/>
                                            </p:txEl>
                                          </p:spTgt>
                                        </p:tgtEl>
                                        <p:attrNameLst>
                                          <p:attrName>style.visibility</p:attrName>
                                        </p:attrNameLst>
                                      </p:cBhvr>
                                      <p:to>
                                        <p:strVal val="hidden"/>
                                      </p:to>
                                    </p:set>
                                  </p:childTnLst>
                                </p:cTn>
                              </p:par>
                              <p:par>
                                <p:cTn id="81" presetID="2" presetClass="exit" fill="hold" nodeType="withEffect" presetSubtype="4">
                                  <p:stCondLst>
                                    <p:cond delay="0"/>
                                  </p:stCondLst>
                                  <p:childTnLst>
                                    <p:anim calcmode="lin" valueType="num">
                                      <p:cBhvr additive="base">
                                        <p:cTn id="82" dur="500"/>
                                        <p:tgtEl>
                                          <p:spTgt spid="71">
                                            <p:txEl>
                                              <p:pRg st="7" end="7"/>
                                            </p:txEl>
                                          </p:spTgt>
                                        </p:tgtEl>
                                        <p:attrNameLst>
                                          <p:attrName>ppt_x</p:attrName>
                                        </p:attrNameLst>
                                      </p:cBhvr>
                                      <p:tavLst>
                                        <p:tav>
                                          <p:val>
                                            <p:strVal val="#ppt_x"/>
                                          </p:val>
                                        </p:tav>
                                        <p:tav tm="100000">
                                          <p:val>
                                            <p:strVal val="#ppt_x"/>
                                          </p:val>
                                        </p:tav>
                                      </p:tavLst>
                                    </p:anim>
                                    <p:anim calcmode="lin" valueType="num">
                                      <p:cBhvr additive="base">
                                        <p:cTn id="83" dur="500"/>
                                        <p:tgtEl>
                                          <p:spTgt spid="71">
                                            <p:txEl>
                                              <p:pRg st="7" end="7"/>
                                            </p:txEl>
                                          </p:spTgt>
                                        </p:tgtEl>
                                        <p:attrNameLst>
                                          <p:attrName>ppt_y</p:attrName>
                                        </p:attrNameLst>
                                      </p:cBhvr>
                                      <p:tavLst>
                                        <p:tav>
                                          <p:val>
                                            <p:strVal val="#ppt_y"/>
                                          </p:val>
                                        </p:tav>
                                        <p:tav tm="100000">
                                          <p:val>
                                            <p:strVal val="1+#ppt_h/2"/>
                                          </p:val>
                                        </p:tav>
                                      </p:tavLst>
                                    </p:anim>
                                    <p:set>
                                      <p:cBhvr>
                                        <p:cTn id="84" dur="1" fill="hold">
                                          <p:stCondLst>
                                            <p:cond delay="499"/>
                                          </p:stCondLst>
                                        </p:cTn>
                                        <p:tgtEl>
                                          <p:spTgt spid="71">
                                            <p:txEl>
                                              <p:pRg st="7" end="7"/>
                                            </p:txEl>
                                          </p:spTgt>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Animated Text (Timed)</a:t>
            </a:r>
            <a:endParaRPr lang="fr-FR" sz="3600" b="1" u="none" strike="noStrike">
              <a:solidFill>
                <a:srgbClr val="006666"/>
              </a:solidFill>
              <a:effectLst/>
              <a:uFillTx/>
              <a:latin typeface="Arial"/>
            </a:endParaRPr>
          </a:p>
        </p:txBody>
      </p:sp>
      <p:sp>
        <p:nvSpPr>
          <p:cNvPr id="74" name="PlaceHolder 1"/>
          <p:cNvSpPr>
            <a:spLocks noGrp="1"/>
          </p:cNvSpPr>
          <p:nvPr>
            <p:ph/>
          </p:nvPr>
        </p:nvSpPr>
        <p:spPr>
          <a:xfrm>
            <a:off x="837720" y="2361960"/>
            <a:ext cx="8001000" cy="3724200"/>
          </a:xfrm>
          <a:prstGeom prst="rect">
            <a:avLst/>
          </a:prstGeom>
          <a:noFill/>
          <a:ln w="0">
            <a:noFill/>
          </a:ln>
        </p:spPr>
        <p:txBody>
          <a:bodyPr lIns="90000" rIns="90000" tIns="46800" bIns="46800" anchor="t">
            <a:normAutofit/>
          </a:bodyPr>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Use the Same Basic Steps as Before</a:t>
            </a:r>
            <a:endParaRPr lang="fr-FR" sz="2800" b="0" u="none" strike="noStrike">
              <a:solidFill>
                <a:srgbClr val="003366"/>
              </a:solidFill>
              <a:effectLst/>
              <a:uFillTx/>
              <a:latin typeface="Arial"/>
            </a:endParaRPr>
          </a:p>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Select the Desired Animation from the Right</a:t>
            </a:r>
            <a:r>
              <a:rPr lang="fr-FR" sz="2800" b="0" u="none" strike="noStrike">
                <a:solidFill>
                  <a:srgbClr val="003366"/>
                </a:solidFill>
                <a:effectLst/>
                <a:uFillTx/>
                <a:latin typeface="Wingdings"/>
                <a:ea typeface="Wingdings"/>
              </a:rPr>
              <a:t></a:t>
            </a:r>
            <a:endParaRPr lang="fr-FR" sz="2800" b="0" u="none" strike="noStrike">
              <a:solidFill>
                <a:srgbClr val="003366"/>
              </a:solidFill>
              <a:effectLst/>
              <a:uFillTx/>
              <a:latin typeface="Arial"/>
            </a:endParaRPr>
          </a:p>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Press the Drop Down and Select “Timing”</a:t>
            </a:r>
            <a:endParaRPr lang="fr-FR" sz="2800" b="0" u="none" strike="noStrike">
              <a:solidFill>
                <a:srgbClr val="003366"/>
              </a:solidFill>
              <a:effectLst/>
              <a:uFillTx/>
              <a:latin typeface="Arial"/>
            </a:endParaRPr>
          </a:p>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Make Sure the “Start Box” is set to “After Previous”</a:t>
            </a:r>
            <a:endParaRPr lang="fr-FR" sz="2800" b="0" u="none" strike="noStrike">
              <a:solidFill>
                <a:srgbClr val="003366"/>
              </a:solidFill>
              <a:effectLst/>
              <a:uFillTx/>
              <a:latin typeface="Arial"/>
            </a:endParaRPr>
          </a:p>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Set a Delay Time and You’re Done</a:t>
            </a:r>
            <a:endParaRPr lang="fr-FR" sz="2800" b="0" u="none" strike="noStrike">
              <a:solidFill>
                <a:srgbClr val="003366"/>
              </a:solidFill>
              <a:effectLst/>
              <a:uFillTx/>
              <a:latin typeface="Arial"/>
            </a:endParaRPr>
          </a:p>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800" b="0" u="none" strike="noStrike">
              <a:solidFill>
                <a:srgbClr val="003366"/>
              </a:solidFill>
              <a:effectLst/>
              <a:uFillTx/>
              <a:latin typeface="Arial"/>
            </a:endParaRPr>
          </a:p>
          <a:p>
            <a:pPr marL="343080" indent="0">
              <a:spcBef>
                <a:spcPts val="7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800" b="0" u="none" strike="noStrike">
              <a:solidFill>
                <a:srgbClr val="003366"/>
              </a:solidFill>
              <a:effectLst/>
              <a:uFillTx/>
              <a:latin typeface="Arial"/>
            </a:endParaRPr>
          </a:p>
        </p:txBody>
      </p:sp>
      <p:sp>
        <p:nvSpPr>
          <p:cNvPr id="75"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timing>
    <p:tnLst>
      <p:par>
        <p:cTn id="85" dur="indefinite" restart="never" nodeType="tmRoot">
          <p:childTnLst>
            <p:seq>
              <p:cTn id="86" dur="indefinite" nodeType="mainSeq">
                <p:childTnLst>
                  <p:par>
                    <p:cTn id="87" fill="hold">
                      <p:stCondLst>
                        <p:cond delay="0"/>
                      </p:stCondLst>
                      <p:childTnLst>
                        <p:par>
                          <p:cTn id="88" fill="hold">
                            <p:stCondLst>
                              <p:cond delay="0"/>
                            </p:stCondLst>
                            <p:childTnLst>
                              <p:par>
                                <p:cTn id="89" presetID="2" presetClass="entr" fill="hold" nodeType="afterEffect" presetSubtype="4">
                                  <p:stCondLst>
                                    <p:cond delay="1500"/>
                                  </p:stCondLst>
                                  <p:childTnLst>
                                    <p:set>
                                      <p:cBhvr>
                                        <p:cTn id="90" dur="1" fill="hold">
                                          <p:stCondLst>
                                            <p:cond delay="0"/>
                                          </p:stCondLst>
                                        </p:cTn>
                                        <p:tgtEl>
                                          <p:spTgt spid="74">
                                            <p:txEl>
                                              <p:pRg st="0" end="0"/>
                                            </p:txEl>
                                          </p:spTgt>
                                        </p:tgtEl>
                                        <p:attrNameLst>
                                          <p:attrName>style.visibility</p:attrName>
                                        </p:attrNameLst>
                                      </p:cBhvr>
                                      <p:to>
                                        <p:strVal val="visible"/>
                                      </p:to>
                                    </p:set>
                                    <p:anim calcmode="lin" valueType="num">
                                      <p:cBhvr additive="base">
                                        <p:cTn id="91" dur="1000" fill="hold"/>
                                        <p:tgtEl>
                                          <p:spTgt spid="74">
                                            <p:txEl>
                                              <p:pRg st="0" end="0"/>
                                            </p:txEl>
                                          </p:spTgt>
                                        </p:tgtEl>
                                        <p:attrNameLst>
                                          <p:attrName>ppt_x</p:attrName>
                                        </p:attrNameLst>
                                      </p:cBhvr>
                                      <p:tavLst>
                                        <p:tav>
                                          <p:val>
                                            <p:strVal val="#ppt_x"/>
                                          </p:val>
                                        </p:tav>
                                        <p:tav tm="100000">
                                          <p:val>
                                            <p:strVal val="#ppt_x"/>
                                          </p:val>
                                        </p:tav>
                                      </p:tavLst>
                                    </p:anim>
                                    <p:anim calcmode="lin" valueType="num">
                                      <p:cBhvr additive="base">
                                        <p:cTn id="92" dur="1000" fill="hold"/>
                                        <p:tgtEl>
                                          <p:spTgt spid="74">
                                            <p:txEl>
                                              <p:pRg st="0" end="0"/>
                                            </p:txEl>
                                          </p:spTgt>
                                        </p:tgtEl>
                                        <p:attrNameLst>
                                          <p:attrName>ppt_y</p:attrName>
                                        </p:attrNameLst>
                                      </p:cBhvr>
                                      <p:tavLst>
                                        <p:tav>
                                          <p:val>
                                            <p:strVal val="1+#ppt_h/2"/>
                                          </p:val>
                                        </p:tav>
                                        <p:tav tm="100000">
                                          <p:val>
                                            <p:strVal val="#ppt_y"/>
                                          </p:val>
                                        </p:tav>
                                      </p:tavLst>
                                    </p:anim>
                                  </p:childTnLst>
                                </p:cTn>
                              </p:par>
                            </p:childTnLst>
                          </p:cTn>
                        </p:par>
                        <p:par>
                          <p:cTn id="93" fill="hold">
                            <p:stCondLst>
                              <p:cond delay="2500"/>
                            </p:stCondLst>
                            <p:childTnLst>
                              <p:par>
                                <p:cTn id="94" presetID="2" presetClass="entr" fill="hold" nodeType="afterEffect" presetSubtype="4">
                                  <p:stCondLst>
                                    <p:cond delay="1500"/>
                                  </p:stCondLst>
                                  <p:childTnLst>
                                    <p:set>
                                      <p:cBhvr>
                                        <p:cTn id="95" dur="1" fill="hold">
                                          <p:stCondLst>
                                            <p:cond delay="0"/>
                                          </p:stCondLst>
                                        </p:cTn>
                                        <p:tgtEl>
                                          <p:spTgt spid="74">
                                            <p:txEl>
                                              <p:pRg st="1" end="1"/>
                                            </p:txEl>
                                          </p:spTgt>
                                        </p:tgtEl>
                                        <p:attrNameLst>
                                          <p:attrName>style.visibility</p:attrName>
                                        </p:attrNameLst>
                                      </p:cBhvr>
                                      <p:to>
                                        <p:strVal val="visible"/>
                                      </p:to>
                                    </p:set>
                                    <p:anim calcmode="lin" valueType="num">
                                      <p:cBhvr additive="base">
                                        <p:cTn id="96" dur="500" fill="hold"/>
                                        <p:tgtEl>
                                          <p:spTgt spid="74">
                                            <p:txEl>
                                              <p:pRg st="1" end="1"/>
                                            </p:txEl>
                                          </p:spTgt>
                                        </p:tgtEl>
                                        <p:attrNameLst>
                                          <p:attrName>ppt_x</p:attrName>
                                        </p:attrNameLst>
                                      </p:cBhvr>
                                      <p:tavLst>
                                        <p:tav>
                                          <p:val>
                                            <p:strVal val="#ppt_x"/>
                                          </p:val>
                                        </p:tav>
                                        <p:tav tm="100000">
                                          <p:val>
                                            <p:strVal val="#ppt_x"/>
                                          </p:val>
                                        </p:tav>
                                      </p:tavLst>
                                    </p:anim>
                                    <p:anim calcmode="lin" valueType="num">
                                      <p:cBhvr additive="base">
                                        <p:cTn id="97" dur="500" fill="hold"/>
                                        <p:tgtEl>
                                          <p:spTgt spid="74">
                                            <p:txEl>
                                              <p:pRg st="1" end="1"/>
                                            </p:txEl>
                                          </p:spTgt>
                                        </p:tgtEl>
                                        <p:attrNameLst>
                                          <p:attrName>ppt_y</p:attrName>
                                        </p:attrNameLst>
                                      </p:cBhvr>
                                      <p:tavLst>
                                        <p:tav>
                                          <p:val>
                                            <p:strVal val="1+#ppt_h/2"/>
                                          </p:val>
                                        </p:tav>
                                        <p:tav tm="100000">
                                          <p:val>
                                            <p:strVal val="#ppt_y"/>
                                          </p:val>
                                        </p:tav>
                                      </p:tavLst>
                                    </p:anim>
                                  </p:childTnLst>
                                </p:cTn>
                              </p:par>
                            </p:childTnLst>
                          </p:cTn>
                        </p:par>
                        <p:par>
                          <p:cTn id="98" fill="hold">
                            <p:stCondLst>
                              <p:cond delay="4500"/>
                            </p:stCondLst>
                            <p:childTnLst>
                              <p:par>
                                <p:cTn id="99" presetID="15" presetClass="entr" fill="hold" nodeType="afterEffect">
                                  <p:stCondLst>
                                    <p:cond delay="1500"/>
                                  </p:stCondLst>
                                  <p:childTnLst>
                                    <p:set>
                                      <p:cBhvr>
                                        <p:cTn id="100" dur="1" fill="hold">
                                          <p:stCondLst>
                                            <p:cond delay="0"/>
                                          </p:stCondLst>
                                        </p:cTn>
                                        <p:tgtEl>
                                          <p:spTgt spid="74">
                                            <p:txEl>
                                              <p:pRg st="2" end="2"/>
                                            </p:txEl>
                                          </p:spTgt>
                                        </p:tgtEl>
                                        <p:attrNameLst>
                                          <p:attrName>style.visibility</p:attrName>
                                        </p:attrNameLst>
                                      </p:cBhvr>
                                      <p:to>
                                        <p:strVal val="visible"/>
                                      </p:to>
                                    </p:set>
                                    <p:anim calcmode="lin" valueType="num">
                                      <p:cBhvr additive="repl">
                                        <p:cTn id="101" dur="1000" fill="hold"/>
                                        <p:tgtEl>
                                          <p:spTgt spid="74">
                                            <p:txEl>
                                              <p:pRg st="2" end="2"/>
                                            </p:txEl>
                                          </p:spTgt>
                                        </p:tgtEl>
                                        <p:attrNameLst>
                                          <p:attrName>ppt_w</p:attrName>
                                        </p:attrNameLst>
                                      </p:cBhvr>
                                      <p:tavLst>
                                        <p:tav>
                                          <p:val>
                                            <p:fltVal val="0"/>
                                          </p:val>
                                        </p:tav>
                                        <p:tav tm="100000">
                                          <p:val>
                                            <p:strVal val="#ppt_w"/>
                                          </p:val>
                                        </p:tav>
                                      </p:tavLst>
                                    </p:anim>
                                    <p:anim calcmode="lin" valueType="num">
                                      <p:cBhvr additive="repl">
                                        <p:cTn id="102" dur="1000" fill="hold"/>
                                        <p:tgtEl>
                                          <p:spTgt spid="74">
                                            <p:txEl>
                                              <p:pRg st="2" end="2"/>
                                            </p:txEl>
                                          </p:spTgt>
                                        </p:tgtEl>
                                        <p:attrNameLst>
                                          <p:attrName>ppt_h</p:attrName>
                                        </p:attrNameLst>
                                      </p:cBhvr>
                                      <p:tavLst>
                                        <p:tav>
                                          <p:val>
                                            <p:fltVal val="0"/>
                                          </p:val>
                                        </p:tav>
                                        <p:tav tm="100000">
                                          <p:val>
                                            <p:strVal val="#ppt_h"/>
                                          </p:val>
                                        </p:tav>
                                      </p:tavLst>
                                    </p:anim>
                                    <p:anim calcmode="lin" valueType="num">
                                      <p:cBhvr additive="repl">
                                        <p:cTn id="103" dur="1000" fill="hold"/>
                                        <p:tgtEl>
                                          <p:spTgt spid="74">
                                            <p:txEl>
                                              <p:pRg st="2" end="2"/>
                                            </p:txEl>
                                          </p:spTgt>
                                        </p:tgtEl>
                                        <p:attrNameLst>
                                          <p:attrName>ppt_x</p:attrName>
                                        </p:attrNameLst>
                                      </p:cBhvr>
                                      <p:tavLst>
                                        <p:tav fmla="x+(cos(-2*pi*(1-$))*-x-sin(-2*pi*(1-$))*(1-y))*(1-$)">
                                          <p:val>
                                            <p:fltVal val="0"/>
                                          </p:val>
                                        </p:tav>
                                        <p:tav fmla="x+(cos(-2*pi*(1-$))*-x-sin(-2*pi*(1-$))*(1-y))*(1-$)" tm="100000">
                                          <p:val>
                                            <p:fltVal val="1"/>
                                          </p:val>
                                        </p:tav>
                                      </p:tavLst>
                                    </p:anim>
                                    <p:anim calcmode="lin" valueType="num">
                                      <p:cBhvr additive="repl">
                                        <p:cTn id="104" dur="1000" fill="hold"/>
                                        <p:tgtEl>
                                          <p:spTgt spid="74">
                                            <p:txEl>
                                              <p:pRg st="2" end="2"/>
                                            </p:txEl>
                                          </p:spTgt>
                                        </p:tgtEl>
                                        <p:attrNameLst>
                                          <p:attrName>ppt_y</p:attrName>
                                        </p:attrNameLst>
                                      </p:cBhvr>
                                      <p:tavLst>
                                        <p:tav fmla="y+(sin(-2*pi*(1-$))*-x+cos(-2*pi*(1-$))*(1-y))*(1-$)">
                                          <p:val>
                                            <p:fltVal val="0"/>
                                          </p:val>
                                        </p:tav>
                                        <p:tav fmla="y+(sin(-2*pi*(1-$))*-x+cos(-2*pi*(1-$))*(1-y))*(1-$)" tm="100000">
                                          <p:val>
                                            <p:fltVal val="1"/>
                                          </p:val>
                                        </p:tav>
                                      </p:tavLst>
                                    </p:anim>
                                  </p:childTnLst>
                                </p:cTn>
                              </p:par>
                            </p:childTnLst>
                          </p:cTn>
                        </p:par>
                        <p:par>
                          <p:cTn id="105" fill="hold">
                            <p:stCondLst>
                              <p:cond delay="7000"/>
                            </p:stCondLst>
                            <p:childTnLst>
                              <p:par>
                                <p:cTn id="106" presetID="15" presetClass="entr" fill="hold" nodeType="afterEffect">
                                  <p:stCondLst>
                                    <p:cond delay="1500"/>
                                  </p:stCondLst>
                                  <p:childTnLst>
                                    <p:set>
                                      <p:cBhvr>
                                        <p:cTn id="107" dur="1" fill="hold">
                                          <p:stCondLst>
                                            <p:cond delay="0"/>
                                          </p:stCondLst>
                                        </p:cTn>
                                        <p:tgtEl>
                                          <p:spTgt spid="74">
                                            <p:txEl>
                                              <p:pRg st="3" end="3"/>
                                            </p:txEl>
                                          </p:spTgt>
                                        </p:tgtEl>
                                        <p:attrNameLst>
                                          <p:attrName>style.visibility</p:attrName>
                                        </p:attrNameLst>
                                      </p:cBhvr>
                                      <p:to>
                                        <p:strVal val="visible"/>
                                      </p:to>
                                    </p:set>
                                    <p:anim calcmode="lin" valueType="num">
                                      <p:cBhvr additive="repl">
                                        <p:cTn id="108" dur="1000" fill="hold"/>
                                        <p:tgtEl>
                                          <p:spTgt spid="74">
                                            <p:txEl>
                                              <p:pRg st="3" end="3"/>
                                            </p:txEl>
                                          </p:spTgt>
                                        </p:tgtEl>
                                        <p:attrNameLst>
                                          <p:attrName>ppt_w</p:attrName>
                                        </p:attrNameLst>
                                      </p:cBhvr>
                                      <p:tavLst>
                                        <p:tav>
                                          <p:val>
                                            <p:fltVal val="0"/>
                                          </p:val>
                                        </p:tav>
                                        <p:tav tm="100000">
                                          <p:val>
                                            <p:strVal val="#ppt_w"/>
                                          </p:val>
                                        </p:tav>
                                      </p:tavLst>
                                    </p:anim>
                                    <p:anim calcmode="lin" valueType="num">
                                      <p:cBhvr additive="repl">
                                        <p:cTn id="109" dur="1000" fill="hold"/>
                                        <p:tgtEl>
                                          <p:spTgt spid="74">
                                            <p:txEl>
                                              <p:pRg st="3" end="3"/>
                                            </p:txEl>
                                          </p:spTgt>
                                        </p:tgtEl>
                                        <p:attrNameLst>
                                          <p:attrName>ppt_h</p:attrName>
                                        </p:attrNameLst>
                                      </p:cBhvr>
                                      <p:tavLst>
                                        <p:tav>
                                          <p:val>
                                            <p:fltVal val="0"/>
                                          </p:val>
                                        </p:tav>
                                        <p:tav tm="100000">
                                          <p:val>
                                            <p:strVal val="#ppt_h"/>
                                          </p:val>
                                        </p:tav>
                                      </p:tavLst>
                                    </p:anim>
                                    <p:anim calcmode="lin" valueType="num">
                                      <p:cBhvr additive="repl">
                                        <p:cTn id="110" dur="1000" fill="hold"/>
                                        <p:tgtEl>
                                          <p:spTgt spid="74">
                                            <p:txEl>
                                              <p:pRg st="3" end="3"/>
                                            </p:txEl>
                                          </p:spTgt>
                                        </p:tgtEl>
                                        <p:attrNameLst>
                                          <p:attrName>ppt_x</p:attrName>
                                        </p:attrNameLst>
                                      </p:cBhvr>
                                      <p:tavLst>
                                        <p:tav fmla="x+(cos(-2*pi*(1-$))*-x-sin(-2*pi*(1-$))*(1-y))*(1-$)">
                                          <p:val>
                                            <p:fltVal val="0"/>
                                          </p:val>
                                        </p:tav>
                                        <p:tav fmla="x+(cos(-2*pi*(1-$))*-x-sin(-2*pi*(1-$))*(1-y))*(1-$)" tm="100000">
                                          <p:val>
                                            <p:fltVal val="1"/>
                                          </p:val>
                                        </p:tav>
                                      </p:tavLst>
                                    </p:anim>
                                    <p:anim calcmode="lin" valueType="num">
                                      <p:cBhvr additive="repl">
                                        <p:cTn id="111" dur="1000" fill="hold"/>
                                        <p:tgtEl>
                                          <p:spTgt spid="74">
                                            <p:txEl>
                                              <p:pRg st="3" end="3"/>
                                            </p:txEl>
                                          </p:spTgt>
                                        </p:tgtEl>
                                        <p:attrNameLst>
                                          <p:attrName>ppt_y</p:attrName>
                                        </p:attrNameLst>
                                      </p:cBhvr>
                                      <p:tavLst>
                                        <p:tav fmla="y+(sin(-2*pi*(1-$))*-x+cos(-2*pi*(1-$))*(1-y))*(1-$)">
                                          <p:val>
                                            <p:fltVal val="0"/>
                                          </p:val>
                                        </p:tav>
                                        <p:tav fmla="y+(sin(-2*pi*(1-$))*-x+cos(-2*pi*(1-$))*(1-y))*(1-$)" tm="100000">
                                          <p:val>
                                            <p:fltVal val="1"/>
                                          </p:val>
                                        </p:tav>
                                      </p:tavLst>
                                    </p:anim>
                                  </p:childTnLst>
                                </p:cTn>
                              </p:par>
                            </p:childTnLst>
                          </p:cTn>
                        </p:par>
                        <p:par>
                          <p:cTn id="112" fill="hold">
                            <p:stCondLst>
                              <p:cond delay="9500"/>
                            </p:stCondLst>
                            <p:childTnLst>
                              <p:par>
                                <p:cTn id="113" presetID="39" presetClass="entr" fill="hold" nodeType="afterEffect">
                                  <p:stCondLst>
                                    <p:cond delay="1500"/>
                                  </p:stCondLst>
                                  <p:childTnLst>
                                    <p:set>
                                      <p:cBhvr>
                                        <p:cTn id="114" dur="1" fill="hold">
                                          <p:stCondLst>
                                            <p:cond delay="0"/>
                                          </p:stCondLst>
                                        </p:cTn>
                                        <p:tgtEl>
                                          <p:spTgt spid="74">
                                            <p:txEl>
                                              <p:pRg st="4" end="4"/>
                                            </p:txEl>
                                          </p:spTgt>
                                        </p:tgtEl>
                                        <p:attrNameLst>
                                          <p:attrName>style.visibility</p:attrName>
                                        </p:attrNameLst>
                                      </p:cBhvr>
                                      <p:to>
                                        <p:strVal val="visible"/>
                                      </p:to>
                                    </p:set>
                                    <p:anim calcmode="lin" valueType="num">
                                      <p:cBhvr additive="repl">
                                        <p:cTn id="115" dur="500" fill="hold"/>
                                        <p:tgtEl>
                                          <p:spTgt spid="74">
                                            <p:txEl>
                                              <p:pRg st="4" end="4"/>
                                            </p:txEl>
                                          </p:spTgt>
                                        </p:tgtEl>
                                        <p:attrNameLst>
                                          <p:attrName>ppt_h</p:attrName>
                                        </p:attrNameLst>
                                      </p:cBhvr>
                                      <p:tavLst>
                                        <p:tav>
                                          <p:val>
                                            <p:strVal val="#ppt_h/20"/>
                                          </p:val>
                                        </p:tav>
                                        <p:tav tm="50000">
                                          <p:val>
                                            <p:strVal val="#ppt_h/20"/>
                                          </p:val>
                                        </p:tav>
                                        <p:tav tm="100000">
                                          <p:val>
                                            <p:strVal val="#ppt_h"/>
                                          </p:val>
                                        </p:tav>
                                      </p:tavLst>
                                    </p:anim>
                                    <p:anim calcmode="lin" valueType="num">
                                      <p:cBhvr additive="repl">
                                        <p:cTn id="116" dur="500" fill="hold"/>
                                        <p:tgtEl>
                                          <p:spTgt spid="74">
                                            <p:txEl>
                                              <p:pRg st="4" end="4"/>
                                            </p:txEl>
                                          </p:spTgt>
                                        </p:tgtEl>
                                        <p:attrNameLst>
                                          <p:attrName>ppt_w</p:attrName>
                                        </p:attrNameLst>
                                      </p:cBhvr>
                                      <p:tavLst>
                                        <p:tav>
                                          <p:val>
                                            <p:strVal val="#ppt_w+.3"/>
                                          </p:val>
                                        </p:tav>
                                        <p:tav tm="50000">
                                          <p:val>
                                            <p:strVal val="#ppt_w+.3"/>
                                          </p:val>
                                        </p:tav>
                                        <p:tav tm="100000">
                                          <p:val>
                                            <p:strVal val="#ppt_w"/>
                                          </p:val>
                                        </p:tav>
                                      </p:tavLst>
                                    </p:anim>
                                    <p:anim calcmode="lin" valueType="num">
                                      <p:cBhvr additive="repl">
                                        <p:cTn id="117" dur="500" fill="hold"/>
                                        <p:tgtEl>
                                          <p:spTgt spid="74">
                                            <p:txEl>
                                              <p:pRg st="4" end="4"/>
                                            </p:txEl>
                                          </p:spTgt>
                                        </p:tgtEl>
                                        <p:attrNameLst>
                                          <p:attrName>ppt_x</p:attrName>
                                        </p:attrNameLst>
                                      </p:cBhvr>
                                      <p:tavLst>
                                        <p:tav>
                                          <p:val>
                                            <p:strVal val="#ppt_x-.3"/>
                                          </p:val>
                                        </p:tav>
                                        <p:tav tm="50000">
                                          <p:val>
                                            <p:strVal val="#ppt_x"/>
                                          </p:val>
                                        </p:tav>
                                        <p:tav tm="100000">
                                          <p:val>
                                            <p:strVal val="#ppt_x"/>
                                          </p:val>
                                        </p:tav>
                                      </p:tavLst>
                                    </p:anim>
                                    <p:anim calcmode="lin" valueType="num">
                                      <p:cBhvr additive="repl">
                                        <p:cTn id="118" dur="500" fill="hold"/>
                                        <p:tgtEl>
                                          <p:spTgt spid="74">
                                            <p:txEl>
                                              <p:pRg st="4" end="4"/>
                                            </p:txEl>
                                          </p:spTgt>
                                        </p:tgtEl>
                                        <p:attrNameLst>
                                          <p:attrName>ppt_y</p:attrName>
                                        </p:attrNameLst>
                                      </p:cBhvr>
                                      <p:tavLst>
                                        <p:tav>
                                          <p:val>
                                            <p:strVal val="#ppt_y"/>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6"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Slide Transitions</a:t>
            </a:r>
            <a:endParaRPr lang="fr-FR" sz="3600" b="1" u="none" strike="noStrike">
              <a:solidFill>
                <a:srgbClr val="006666"/>
              </a:solidFill>
              <a:effectLst/>
              <a:uFillTx/>
              <a:latin typeface="Arial"/>
            </a:endParaRPr>
          </a:p>
        </p:txBody>
      </p:sp>
      <p:sp>
        <p:nvSpPr>
          <p:cNvPr id="77" name="PlaceHolder 1"/>
          <p:cNvSpPr>
            <a:spLocks noGrp="1"/>
          </p:cNvSpPr>
          <p:nvPr>
            <p:ph/>
          </p:nvPr>
        </p:nvSpPr>
        <p:spPr>
          <a:xfrm>
            <a:off x="838080" y="2361960"/>
            <a:ext cx="7693200" cy="3724200"/>
          </a:xfrm>
          <a:prstGeom prst="rect">
            <a:avLst/>
          </a:prstGeom>
          <a:noFill/>
          <a:ln w="0">
            <a:noFill/>
          </a:ln>
        </p:spPr>
        <p:txBody>
          <a:bodyPr lIns="90000" rIns="90000" tIns="46800" bIns="46800" anchor="t">
            <a:normAutofit/>
          </a:bodyPr>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While Working with the Slide you Wish to Transition into, go to “Slide Show” and select “Slide Transitions”</a:t>
            </a:r>
            <a:endParaRPr lang="fr-FR" sz="2800" b="0" u="none" strike="noStrike">
              <a:solidFill>
                <a:srgbClr val="003366"/>
              </a:solidFill>
              <a:effectLst/>
              <a:uFillTx/>
              <a:latin typeface="Arial"/>
            </a:endParaRPr>
          </a:p>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A List of Available Transitions will Appear on the Right </a:t>
            </a:r>
            <a:r>
              <a:rPr lang="fr-FR" sz="2800" b="0" u="none" strike="noStrike">
                <a:solidFill>
                  <a:srgbClr val="003366"/>
                </a:solidFill>
                <a:effectLst/>
                <a:uFillTx/>
                <a:latin typeface="Wingdings"/>
                <a:ea typeface="Wingdings"/>
              </a:rPr>
              <a:t></a:t>
            </a:r>
            <a:endParaRPr lang="fr-FR" sz="2800" b="0" u="none" strike="noStrike">
              <a:solidFill>
                <a:srgbClr val="003366"/>
              </a:solidFill>
              <a:effectLst/>
              <a:uFillTx/>
              <a:latin typeface="Arial"/>
            </a:endParaRPr>
          </a:p>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Once you Select your Transition, you can Change the Speed or Even Add Sound!</a:t>
            </a:r>
            <a:endParaRPr lang="fr-FR" sz="2800" b="0" u="none" strike="noStrike">
              <a:solidFill>
                <a:srgbClr val="003366"/>
              </a:solidFill>
              <a:effectLst/>
              <a:uFillTx/>
              <a:latin typeface="Arial"/>
            </a:endParaRPr>
          </a:p>
        </p:txBody>
      </p:sp>
      <p:sp>
        <p:nvSpPr>
          <p:cNvPr id="78"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p:transition>
    <p:push dir="d"/>
  </p:transition>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Using “Canned” Sounds</a:t>
            </a:r>
            <a:endParaRPr lang="fr-FR" sz="3600" b="1" u="none" strike="noStrike">
              <a:solidFill>
                <a:srgbClr val="006666"/>
              </a:solidFill>
              <a:effectLst/>
              <a:uFillTx/>
              <a:latin typeface="Arial"/>
            </a:endParaRPr>
          </a:p>
        </p:txBody>
      </p:sp>
      <p:sp>
        <p:nvSpPr>
          <p:cNvPr id="80" name="PlaceHolder 1"/>
          <p:cNvSpPr>
            <a:spLocks noGrp="1"/>
          </p:cNvSpPr>
          <p:nvPr>
            <p:ph/>
          </p:nvPr>
        </p:nvSpPr>
        <p:spPr>
          <a:xfrm>
            <a:off x="838080" y="2361960"/>
            <a:ext cx="7693200" cy="3724200"/>
          </a:xfrm>
          <a:prstGeom prst="rect">
            <a:avLst/>
          </a:prstGeom>
          <a:noFill/>
          <a:ln w="0">
            <a:noFill/>
          </a:ln>
        </p:spPr>
        <p:txBody>
          <a:bodyPr lIns="90000" rIns="90000" tIns="46800" bIns="46800" anchor="t">
            <a:normAutofit/>
          </a:bodyPr>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To Add a Sound Clip to Your Slide, go to “Insert” and Extend the Menu if Necessary</a:t>
            </a:r>
            <a:endParaRPr lang="fr-FR" sz="2800" b="0" u="none" strike="noStrike">
              <a:solidFill>
                <a:srgbClr val="003366"/>
              </a:solidFill>
              <a:effectLst/>
              <a:uFillTx/>
              <a:latin typeface="Arial"/>
            </a:endParaRPr>
          </a:p>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Place your Mouse over “Movies and Sounds”</a:t>
            </a:r>
            <a:endParaRPr lang="fr-FR" sz="2800" b="0" u="none" strike="noStrike">
              <a:solidFill>
                <a:srgbClr val="003366"/>
              </a:solidFill>
              <a:effectLst/>
              <a:uFillTx/>
              <a:latin typeface="Arial"/>
            </a:endParaRPr>
          </a:p>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Select “Sound From Clip Organizer” to use the “canned sounds” provided by Office</a:t>
            </a:r>
            <a:endParaRPr lang="fr-FR" sz="2800" b="0" u="none" strike="noStrike">
              <a:solidFill>
                <a:srgbClr val="003366"/>
              </a:solidFill>
              <a:effectLst/>
              <a:uFillTx/>
              <a:latin typeface="Arial"/>
            </a:endParaRPr>
          </a:p>
          <a:p>
            <a:pPr marL="343080" indent="-343080">
              <a:lnSpc>
                <a:spcPct val="90000"/>
              </a:lnSpc>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Select Your Sound to the Right </a:t>
            </a:r>
            <a:r>
              <a:rPr lang="fr-FR" sz="2800" b="0" u="none" strike="noStrike">
                <a:solidFill>
                  <a:srgbClr val="003366"/>
                </a:solidFill>
                <a:effectLst/>
                <a:uFillTx/>
                <a:latin typeface="Wingdings"/>
                <a:ea typeface="Wingdings"/>
              </a:rPr>
              <a:t></a:t>
            </a:r>
            <a:r>
              <a:rPr lang="fr-FR" sz="2800" b="0" u="none" strike="noStrike">
                <a:solidFill>
                  <a:srgbClr val="003366"/>
                </a:solidFill>
                <a:effectLst/>
                <a:uFillTx/>
                <a:latin typeface="Arial"/>
              </a:rPr>
              <a:t> and then Choose Whether to Play it Automatically or on Click</a:t>
            </a:r>
            <a:endParaRPr lang="fr-FR" sz="2800" b="0" u="none" strike="noStrike">
              <a:solidFill>
                <a:srgbClr val="003366"/>
              </a:solidFill>
              <a:effectLst/>
              <a:uFillTx/>
              <a:latin typeface="Arial"/>
            </a:endParaRPr>
          </a:p>
        </p:txBody>
      </p:sp>
      <p:pic>
        <p:nvPicPr>
          <p:cNvPr id="81" name=""/>
          <p:cNvPicPr/>
          <p:nvPr/>
        </p:nvPicPr>
        <p:blipFill>
          <a:blip r:embed="rId1"/>
          <a:stretch/>
        </p:blipFill>
        <p:spPr>
          <a:xfrm>
            <a:off x="8305920" y="304920"/>
            <a:ext cx="304560" cy="304560"/>
          </a:xfrm>
          <a:prstGeom prst="rect">
            <a:avLst/>
          </a:prstGeom>
          <a:noFill/>
          <a:ln w="0">
            <a:noFill/>
          </a:ln>
        </p:spPr>
      </p:pic>
      <p:sp>
        <p:nvSpPr>
          <p:cNvPr id="82"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p:transition>
    <p:randomBar dir="vert"/>
  </p:transition>
  <p:timing>
    <p:tnLst>
      <p:par>
        <p:cTn id="119" dur="indefinite" restart="never" nodeType="tmRoot">
          <p:childTnLst>
            <p:seq>
              <p:cTn id="120" dur="indefinite" nodeType="mainSeq">
                <p:childTnLst>
                  <p:par>
                    <p:cTn id="121" fill="hold">
                      <p:stCondLst>
                        <p:cond delay="0"/>
                      </p:stCondLst>
                      <p:childTnLst>
                        <p:par>
                          <p:cTn id="122" fill="hold">
                            <p:stCondLst>
                              <p:cond delay="0"/>
                            </p:stCondLst>
                            <p:childTnLst>
                              <p:par>
                                <p:cTn id="123" presetID="1" presetClass="mediacall" fill="hold" nodeType="afterEffect">
                                  <p:stCondLst>
                                    <p:cond delay="0"/>
                                  </p:stCondLst>
                                  <p:childTnLst>
                                    <p:cmd type="call" cmd="playFrom(0.0)">
                                      <p:cBhvr>
                                        <p:cTn id="124" dur="4745" fill="hold"/>
                                        <p:tgtEl>
                                          <p:spTgt spid="81"/>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3"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Using Sound Files</a:t>
            </a:r>
            <a:endParaRPr lang="fr-FR" sz="3600" b="1" u="none" strike="noStrike">
              <a:solidFill>
                <a:srgbClr val="006666"/>
              </a:solidFill>
              <a:effectLst/>
              <a:uFillTx/>
              <a:latin typeface="Arial"/>
            </a:endParaRPr>
          </a:p>
        </p:txBody>
      </p:sp>
      <p:sp>
        <p:nvSpPr>
          <p:cNvPr id="84" name="PlaceHolder 1"/>
          <p:cNvSpPr>
            <a:spLocks noGrp="1"/>
          </p:cNvSpPr>
          <p:nvPr>
            <p:ph/>
          </p:nvPr>
        </p:nvSpPr>
        <p:spPr>
          <a:xfrm>
            <a:off x="838080" y="2361960"/>
            <a:ext cx="7693200" cy="3724200"/>
          </a:xfrm>
          <a:prstGeom prst="rect">
            <a:avLst/>
          </a:prstGeom>
          <a:noFill/>
          <a:ln w="0">
            <a:noFill/>
          </a:ln>
        </p:spPr>
        <p:txBody>
          <a:bodyPr lIns="90000" rIns="90000" tIns="46800" bIns="46800" anchor="t">
            <a:normAutofit/>
          </a:bodyPr>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To Use a Sound File of Your Own, Follow the Same Process Except this time Select “Sound From File”</a:t>
            </a:r>
            <a:endParaRPr lang="fr-FR" sz="2800" b="0" u="none" strike="noStrike">
              <a:solidFill>
                <a:srgbClr val="003366"/>
              </a:solidFill>
              <a:effectLst/>
              <a:uFillTx/>
              <a:latin typeface="Arial"/>
            </a:endParaRPr>
          </a:p>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Choose the File from the File Browser</a:t>
            </a:r>
            <a:endParaRPr lang="fr-FR" sz="2800" b="0" u="none" strike="noStrike">
              <a:solidFill>
                <a:srgbClr val="003366"/>
              </a:solidFill>
              <a:effectLst/>
              <a:uFillTx/>
              <a:latin typeface="Arial"/>
            </a:endParaRPr>
          </a:p>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Notice a Small Speaker Icon is Inserted with any Sound, This WILL BE VISIBLE during the Slide Show so Position it Accordingly</a:t>
            </a:r>
            <a:endParaRPr lang="fr-FR" sz="2800" b="0" u="none" strike="noStrike">
              <a:solidFill>
                <a:srgbClr val="003366"/>
              </a:solidFill>
              <a:effectLst/>
              <a:uFillTx/>
              <a:latin typeface="Arial"/>
            </a:endParaRPr>
          </a:p>
        </p:txBody>
      </p:sp>
      <p:pic>
        <p:nvPicPr>
          <p:cNvPr id="85" name=""/>
          <p:cNvPicPr/>
          <p:nvPr/>
        </p:nvPicPr>
        <p:blipFill>
          <a:blip r:embed="rId1"/>
          <a:stretch/>
        </p:blipFill>
        <p:spPr>
          <a:xfrm>
            <a:off x="5257800" y="152280"/>
            <a:ext cx="3657600" cy="2286000"/>
          </a:xfrm>
          <a:prstGeom prst="rect">
            <a:avLst/>
          </a:prstGeom>
          <a:noFill/>
          <a:ln w="0">
            <a:noFill/>
          </a:ln>
        </p:spPr>
      </p:pic>
      <p:pic>
        <p:nvPicPr>
          <p:cNvPr id="86" name=""/>
          <p:cNvPicPr/>
          <p:nvPr/>
        </p:nvPicPr>
        <p:blipFill>
          <a:blip r:embed="rId2"/>
          <a:stretch/>
        </p:blipFill>
        <p:spPr>
          <a:xfrm>
            <a:off x="6934320" y="380880"/>
            <a:ext cx="304560" cy="304920"/>
          </a:xfrm>
          <a:prstGeom prst="rect">
            <a:avLst/>
          </a:prstGeom>
          <a:noFill/>
          <a:ln w="0">
            <a:noFill/>
          </a:ln>
        </p:spPr>
      </p:pic>
      <p:sp>
        <p:nvSpPr>
          <p:cNvPr id="87" name="">
            <a:hlinkClick r:id="rId3" action="ppaction://hlinksldjump"/>
          </p:cNvPr>
          <p:cNvSpPr/>
          <p:nvPr/>
        </p:nvSpPr>
        <p:spPr>
          <a:xfrm>
            <a:off x="7848720" y="6172200"/>
            <a:ext cx="533160" cy="457200"/>
          </a:xfrm>
          <a:custGeom>
            <a:avLst/>
            <a:gdLst>
              <a:gd name="textAreaLeft" fmla="*/ 29520 w 533160"/>
              <a:gd name="textAreaRight" fmla="*/ 503640 w 533160"/>
              <a:gd name="textAreaTop" fmla="*/ 29520 h 457200"/>
              <a:gd name="textAreaBottom" fmla="*/ 427680 h 457200"/>
            </a:gdLst>
            <a:ahLst/>
            <a:cxnLst/>
            <a:rect l="textAreaLeft" t="textAreaTop" r="textAreaRight" b="textAreaBottom"/>
            <a:pathLst>
              <a:path w="25186" h="21600">
                <a:moveTo>
                  <a:pt x="0" y="0"/>
                </a:moveTo>
                <a:lnTo>
                  <a:pt x="25186" y="0"/>
                </a:lnTo>
                <a:lnTo>
                  <a:pt x="25186" y="21600"/>
                </a:lnTo>
                <a:lnTo>
                  <a:pt x="0" y="21600"/>
                </a:lnTo>
                <a:close/>
              </a:path>
              <a:path fill="lightenLess" w="25186" h="21600">
                <a:moveTo>
                  <a:pt x="0" y="0"/>
                </a:moveTo>
                <a:lnTo>
                  <a:pt x="25186" y="0"/>
                </a:lnTo>
                <a:lnTo>
                  <a:pt x="23786" y="1400"/>
                </a:lnTo>
                <a:lnTo>
                  <a:pt x="1400" y="1400"/>
                </a:lnTo>
                <a:close/>
              </a:path>
              <a:path fill="darken" w="25186" h="21600">
                <a:moveTo>
                  <a:pt x="25186" y="0"/>
                </a:moveTo>
                <a:lnTo>
                  <a:pt x="25186" y="21600"/>
                </a:lnTo>
                <a:lnTo>
                  <a:pt x="23786" y="20200"/>
                </a:lnTo>
                <a:lnTo>
                  <a:pt x="23786" y="1400"/>
                </a:lnTo>
                <a:close/>
              </a:path>
              <a:path fill="darkenLess" w="25186" h="21600">
                <a:moveTo>
                  <a:pt x="25186" y="21600"/>
                </a:moveTo>
                <a:lnTo>
                  <a:pt x="0" y="21600"/>
                </a:lnTo>
                <a:lnTo>
                  <a:pt x="1400" y="20200"/>
                </a:lnTo>
                <a:lnTo>
                  <a:pt x="23786" y="20200"/>
                </a:lnTo>
                <a:close/>
              </a:path>
              <a:path fill="lighten" w="25186" h="21600">
                <a:moveTo>
                  <a:pt x="0" y="21600"/>
                </a:moveTo>
                <a:lnTo>
                  <a:pt x="0" y="0"/>
                </a:lnTo>
                <a:lnTo>
                  <a:pt x="1400" y="1400"/>
                </a:lnTo>
                <a:lnTo>
                  <a:pt x="1400" y="20200"/>
                </a:lnTo>
                <a:close/>
              </a:path>
              <a:path fill="darken" w="25186" h="21600">
                <a:moveTo>
                  <a:pt x="5586" y="3794"/>
                </a:moveTo>
                <a:lnTo>
                  <a:pt x="19599" y="10800"/>
                </a:lnTo>
                <a:lnTo>
                  <a:pt x="5586" y="17806"/>
                </a:lnTo>
                <a:close/>
              </a:path>
            </a:pathLst>
          </a:custGeom>
          <a:solidFill>
            <a:srgbClr val="00ff00"/>
          </a:solidFill>
          <a:ln w="0">
            <a:noFill/>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88" name=""/>
          <p:cNvSpPr/>
          <p:nvPr/>
        </p:nvSpPr>
        <p:spPr>
          <a:xfrm>
            <a:off x="4191120" y="6248520"/>
            <a:ext cx="3657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800" b="0" u="none" strike="noStrike">
                <a:solidFill>
                  <a:srgbClr val="003366"/>
                </a:solidFill>
                <a:effectLst/>
                <a:uFillTx/>
                <a:latin typeface="Arial"/>
              </a:rPr>
              <a:t>Jump Back To “Action Buttons”…</a:t>
            </a:r>
            <a:endParaRPr lang="fr-FR" sz="1800" b="0" u="none" strike="noStrike">
              <a:solidFill>
                <a:srgbClr val="003366"/>
              </a:solidFill>
              <a:effectLst/>
              <a:uFillTx/>
              <a:latin typeface="Arial"/>
            </a:endParaRPr>
          </a:p>
        </p:txBody>
      </p:sp>
      <p:sp>
        <p:nvSpPr>
          <p:cNvPr id="89"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timing>
    <p:tnLst>
      <p:par>
        <p:cTn id="125" dur="indefinite" restart="never" nodeType="tmRoot">
          <p:childTnLst>
            <p:seq>
              <p:cTn id="126" restart="whenNotActive" fill="hold" nodeType="interactiveSeq">
                <p:stCondLst>
                  <p:cond evt="onClick">
                    <p:tgtEl>
                      <p:spTgt spid="86"/>
                    </p:tgtEl>
                  </p:cond>
                </p:stCondLst>
                <p:childTnLst>
                  <p:par>
                    <p:cTn id="127" fill="hold">
                      <p:stCondLst>
                        <p:cond evt="onClick">
                          <p:tgtEl>
                            <p:spTgt spid="86"/>
                          </p:tgtEl>
                        </p:cond>
                      </p:stCondLst>
                      <p:childTnLst>
                        <p:par>
                          <p:cTn id="128" fill="hold">
                            <p:stCondLst>
                              <p:cond delay="0"/>
                            </p:stCondLst>
                            <p:childTnLst>
                              <p:par>
                                <p:cTn id="129" presetID="1" presetClass="mediacall" fill="hold" nodeType="clickEffect">
                                  <p:stCondLst>
                                    <p:cond delay="0"/>
                                  </p:stCondLst>
                                  <p:childTnLst>
                                    <p:cmd type="call" cmd="playFrom(0.0)">
                                      <p:cBhvr>
                                        <p:cTn id="130" dur="7290" fill="hold"/>
                                        <p:tgtEl>
                                          <p:spTgt spid="86"/>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0"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AutoShapes</a:t>
            </a:r>
            <a:endParaRPr lang="fr-FR" sz="3600" b="1" u="none" strike="noStrike">
              <a:solidFill>
                <a:srgbClr val="006666"/>
              </a:solidFill>
              <a:effectLst/>
              <a:uFillTx/>
              <a:latin typeface="Arial"/>
            </a:endParaRPr>
          </a:p>
        </p:txBody>
      </p:sp>
      <p:sp>
        <p:nvSpPr>
          <p:cNvPr id="91" name="PlaceHolder 1"/>
          <p:cNvSpPr>
            <a:spLocks noGrp="1"/>
          </p:cNvSpPr>
          <p:nvPr>
            <p:ph/>
          </p:nvPr>
        </p:nvSpPr>
        <p:spPr>
          <a:xfrm>
            <a:off x="838080" y="2361960"/>
            <a:ext cx="7693200" cy="3724200"/>
          </a:xfrm>
          <a:prstGeom prst="rect">
            <a:avLst/>
          </a:prstGeom>
          <a:noFill/>
          <a:ln w="0">
            <a:noFill/>
          </a:ln>
        </p:spPr>
        <p:txBody>
          <a:bodyPr lIns="90000" rIns="90000" tIns="46800" bIns="46800" anchor="t">
            <a:normAutofit/>
          </a:bodyPr>
          <a:p>
            <a:pPr marL="343080" indent="-343080">
              <a:lnSpc>
                <a:spcPct val="80000"/>
              </a:lnSpc>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AutoShapes are Convenient for Making Quick Illustrations or Diagrams such as Flow Charts</a:t>
            </a:r>
            <a:endParaRPr lang="fr-FR" sz="2000" b="0" u="none" strike="noStrike">
              <a:solidFill>
                <a:srgbClr val="003366"/>
              </a:solidFill>
              <a:effectLst/>
              <a:uFillTx/>
              <a:latin typeface="Arial"/>
            </a:endParaRPr>
          </a:p>
          <a:p>
            <a:pPr marL="343080" indent="-343080">
              <a:lnSpc>
                <a:spcPct val="80000"/>
              </a:lnSpc>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Go to “Insert” and place your Mouse Over “Picture”</a:t>
            </a:r>
            <a:endParaRPr lang="fr-FR" sz="2000" b="0" u="none" strike="noStrike">
              <a:solidFill>
                <a:srgbClr val="003366"/>
              </a:solidFill>
              <a:effectLst/>
              <a:uFillTx/>
              <a:latin typeface="Arial"/>
            </a:endParaRPr>
          </a:p>
          <a:p>
            <a:pPr marL="343080" indent="-343080">
              <a:lnSpc>
                <a:spcPct val="80000"/>
              </a:lnSpc>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Select “AutoShapes” and a Small Floating Menu Will Appear in the Editing Area</a:t>
            </a:r>
            <a:endParaRPr lang="fr-FR" sz="2000" b="0" u="none" strike="noStrike">
              <a:solidFill>
                <a:srgbClr val="003366"/>
              </a:solidFill>
              <a:effectLst/>
              <a:uFillTx/>
              <a:latin typeface="Arial"/>
            </a:endParaRPr>
          </a:p>
          <a:p>
            <a:pPr marL="343080" indent="-343080">
              <a:lnSpc>
                <a:spcPct val="80000"/>
              </a:lnSpc>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Click on a Category of AutoShapes to see what Shapes are Available</a:t>
            </a:r>
            <a:endParaRPr lang="fr-FR" sz="2000" b="0" u="none" strike="noStrike">
              <a:solidFill>
                <a:srgbClr val="003366"/>
              </a:solidFill>
              <a:effectLst/>
              <a:uFillTx/>
              <a:latin typeface="Arial"/>
            </a:endParaRPr>
          </a:p>
          <a:p>
            <a:pPr marL="343080" indent="-343080">
              <a:lnSpc>
                <a:spcPct val="80000"/>
              </a:lnSpc>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Click the Desired Shape from the Drop-Down and Draw it on Your Screen</a:t>
            </a:r>
            <a:endParaRPr lang="fr-FR" sz="2000" b="0" u="none" strike="noStrike">
              <a:solidFill>
                <a:srgbClr val="003366"/>
              </a:solidFill>
              <a:effectLst/>
              <a:uFillTx/>
              <a:latin typeface="Arial"/>
            </a:endParaRPr>
          </a:p>
          <a:p>
            <a:pPr marL="343080" indent="-343080">
              <a:lnSpc>
                <a:spcPct val="80000"/>
              </a:lnSpc>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After Drawing an AutoShape, you and Position and Resize it as you Please</a:t>
            </a:r>
            <a:endParaRPr lang="fr-FR" sz="2000" b="0" u="none" strike="noStrike">
              <a:solidFill>
                <a:srgbClr val="003366"/>
              </a:solidFill>
              <a:effectLst/>
              <a:uFillTx/>
              <a:latin typeface="Arial"/>
            </a:endParaRPr>
          </a:p>
          <a:p>
            <a:pPr marL="343080" indent="-343080">
              <a:lnSpc>
                <a:spcPct val="80000"/>
              </a:lnSpc>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000" b="0" u="none" strike="noStrike">
                <a:solidFill>
                  <a:srgbClr val="003366"/>
                </a:solidFill>
                <a:effectLst/>
                <a:uFillTx/>
                <a:latin typeface="Arial"/>
              </a:rPr>
              <a:t>Double-Click on an AutoShape to Change its Color and Other Options</a:t>
            </a:r>
            <a:endParaRPr lang="fr-FR" sz="2000" b="0" u="none" strike="noStrike">
              <a:solidFill>
                <a:srgbClr val="003366"/>
              </a:solidFill>
              <a:effectLst/>
              <a:uFillTx/>
              <a:latin typeface="Arial"/>
            </a:endParaRPr>
          </a:p>
          <a:p>
            <a:pPr marL="343080" indent="-343080">
              <a:lnSpc>
                <a:spcPct val="8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000" b="0" u="none" strike="noStrike">
              <a:solidFill>
                <a:srgbClr val="003366"/>
              </a:solidFill>
              <a:effectLst/>
              <a:uFillTx/>
              <a:latin typeface="Arial"/>
            </a:endParaRPr>
          </a:p>
        </p:txBody>
      </p:sp>
      <p:sp>
        <p:nvSpPr>
          <p:cNvPr id="92" name=""/>
          <p:cNvSpPr/>
          <p:nvPr/>
        </p:nvSpPr>
        <p:spPr>
          <a:xfrm>
            <a:off x="7620120" y="1066680"/>
            <a:ext cx="685800" cy="685800"/>
          </a:xfrm>
          <a:prstGeom prst="smileyFace">
            <a:avLst>
              <a:gd name="adj" fmla="val 9282"/>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93" name=""/>
          <p:cNvSpPr/>
          <p:nvPr/>
        </p:nvSpPr>
        <p:spPr>
          <a:xfrm>
            <a:off x="4648320" y="1066680"/>
            <a:ext cx="685800" cy="685800"/>
          </a:xfrm>
          <a:prstGeom prst="plus">
            <a:avLst>
              <a:gd name="adj" fmla="val 25000"/>
            </a:avLst>
          </a:prstGeom>
          <a:solidFill>
            <a:srgbClr val="ff0000"/>
          </a:solidFill>
          <a:ln w="9360">
            <a:solidFill>
              <a:srgbClr val="ff0000"/>
            </a:solidFill>
            <a:miter/>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94" name=""/>
          <p:cNvSpPr/>
          <p:nvPr/>
        </p:nvSpPr>
        <p:spPr>
          <a:xfrm>
            <a:off x="3733920" y="1066680"/>
            <a:ext cx="685800" cy="685800"/>
          </a:xfrm>
          <a:prstGeom prst="lightningBolt">
            <a:avLst/>
          </a:prstGeom>
          <a:solidFill>
            <a:srgbClr val="ffff00"/>
          </a:solidFill>
          <a:ln w="9360">
            <a:solidFill>
              <a:srgbClr val="000000"/>
            </a:solidFill>
            <a:miter/>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95" name=""/>
          <p:cNvSpPr/>
          <p:nvPr/>
        </p:nvSpPr>
        <p:spPr>
          <a:xfrm>
            <a:off x="5715000" y="1066680"/>
            <a:ext cx="685800" cy="685800"/>
          </a:xfrm>
          <a:prstGeom prst="upArrow">
            <a:avLst>
              <a:gd name="adj1" fmla="val 50000"/>
              <a:gd name="adj2" fmla="val 25000"/>
            </a:avLst>
          </a:prstGeom>
          <a:solidFill>
            <a:srgbClr val="00ff00"/>
          </a:solidFill>
          <a:ln w="9360">
            <a:solidFill>
              <a:srgbClr val="000000"/>
            </a:solidFill>
            <a:miter/>
          </a:ln>
        </p:spPr>
        <p:style>
          <a:lnRef idx="0"/>
          <a:fillRef idx="0"/>
          <a:effectRef idx="0"/>
          <a:fontRef idx="minor"/>
        </p:style>
        <p:txBody>
          <a:bodyPr wrap="none" lIns="90000" rIns="90000" tIns="46800" bIns="46800" anchor="t" anchorCtr="1">
            <a:noAutofit/>
          </a:bodyPr>
          <a:p>
            <a:endParaRPr lang="fr-FR" sz="1800" b="0" u="none" strike="noStrike">
              <a:solidFill>
                <a:srgbClr val="003366"/>
              </a:solidFill>
              <a:effectLst/>
              <a:uFillTx/>
              <a:latin typeface="Arial"/>
            </a:endParaRPr>
          </a:p>
        </p:txBody>
      </p:sp>
      <p:sp>
        <p:nvSpPr>
          <p:cNvPr id="96" name=""/>
          <p:cNvSpPr/>
          <p:nvPr/>
        </p:nvSpPr>
        <p:spPr>
          <a:xfrm>
            <a:off x="6705720" y="1066680"/>
            <a:ext cx="685800" cy="685800"/>
          </a:xfrm>
          <a:prstGeom prst="noSmoking">
            <a:avLst>
              <a:gd name="adj" fmla="val 12500"/>
            </a:avLst>
          </a:prstGeom>
          <a:solidFill>
            <a:srgbClr val="800000"/>
          </a:solidFill>
          <a:ln w="9360">
            <a:solidFill>
              <a:srgbClr val="000000"/>
            </a:solidFill>
            <a:miter/>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97"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8"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Advanced AutoShapes</a:t>
            </a:r>
            <a:endParaRPr lang="fr-FR" sz="3600" b="1" u="none" strike="noStrike">
              <a:solidFill>
                <a:srgbClr val="006666"/>
              </a:solidFill>
              <a:effectLst/>
              <a:uFillTx/>
              <a:latin typeface="Arial"/>
            </a:endParaRPr>
          </a:p>
        </p:txBody>
      </p:sp>
      <p:grpSp>
        <p:nvGrpSpPr>
          <p:cNvPr id="99" name=""/>
          <p:cNvGrpSpPr/>
          <p:nvPr/>
        </p:nvGrpSpPr>
        <p:grpSpPr>
          <a:xfrm>
            <a:off x="1981080" y="4800600"/>
            <a:ext cx="1523880" cy="1143000"/>
            <a:chOff x="1981080" y="4800600"/>
            <a:chExt cx="1523880" cy="1143000"/>
          </a:xfrm>
        </p:grpSpPr>
        <p:sp>
          <p:nvSpPr>
            <p:cNvPr id="100" name=""/>
            <p:cNvSpPr/>
            <p:nvPr/>
          </p:nvSpPr>
          <p:spPr>
            <a:xfrm>
              <a:off x="1981080" y="4800600"/>
              <a:ext cx="1523880" cy="1143000"/>
            </a:xfrm>
            <a:prstGeom prst="flowChartProcess">
              <a:avLst/>
            </a:prstGeom>
            <a:solidFill>
              <a:srgbClr val="993300"/>
            </a:solidFill>
            <a:ln w="9360">
              <a:solidFill>
                <a:srgbClr val="003366"/>
              </a:solidFill>
              <a:miter/>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101" name=""/>
            <p:cNvSpPr/>
            <p:nvPr/>
          </p:nvSpPr>
          <p:spPr>
            <a:xfrm>
              <a:off x="2057040" y="5181840"/>
              <a:ext cx="1371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800" b="0" u="none" strike="noStrike">
                  <a:solidFill>
                    <a:srgbClr val="ffffff"/>
                  </a:solidFill>
                  <a:effectLst/>
                  <a:uFillTx/>
                  <a:latin typeface="Arial"/>
                </a:rPr>
                <a:t>Phase One</a:t>
              </a:r>
              <a:endParaRPr lang="fr-FR" sz="1800" b="0" u="none" strike="noStrike">
                <a:solidFill>
                  <a:srgbClr val="003366"/>
                </a:solidFill>
                <a:effectLst/>
                <a:uFillTx/>
                <a:latin typeface="Arial"/>
              </a:endParaRPr>
            </a:p>
          </p:txBody>
        </p:sp>
      </p:grpSp>
      <p:grpSp>
        <p:nvGrpSpPr>
          <p:cNvPr id="102" name=""/>
          <p:cNvGrpSpPr/>
          <p:nvPr/>
        </p:nvGrpSpPr>
        <p:grpSpPr>
          <a:xfrm>
            <a:off x="5638680" y="4800600"/>
            <a:ext cx="1523880" cy="1143000"/>
            <a:chOff x="5638680" y="4800600"/>
            <a:chExt cx="1523880" cy="1143000"/>
          </a:xfrm>
        </p:grpSpPr>
        <p:sp>
          <p:nvSpPr>
            <p:cNvPr id="103" name=""/>
            <p:cNvSpPr/>
            <p:nvPr/>
          </p:nvSpPr>
          <p:spPr>
            <a:xfrm>
              <a:off x="5638680" y="4800600"/>
              <a:ext cx="1523880" cy="1143000"/>
            </a:xfrm>
            <a:prstGeom prst="flowChartProcess">
              <a:avLst/>
            </a:prstGeom>
            <a:solidFill>
              <a:srgbClr val="00ff00"/>
            </a:solidFill>
            <a:ln w="9360">
              <a:solidFill>
                <a:srgbClr val="003366"/>
              </a:solidFill>
              <a:miter/>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104" name=""/>
            <p:cNvSpPr/>
            <p:nvPr/>
          </p:nvSpPr>
          <p:spPr>
            <a:xfrm>
              <a:off x="5714640" y="5181480"/>
              <a:ext cx="137160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800" b="0" u="none" strike="noStrike">
                  <a:solidFill>
                    <a:srgbClr val="ffffff"/>
                  </a:solidFill>
                  <a:effectLst/>
                  <a:uFillTx/>
                  <a:latin typeface="Arial"/>
                </a:rPr>
                <a:t>Phase Two</a:t>
              </a:r>
              <a:endParaRPr lang="fr-FR" sz="1800" b="0" u="none" strike="noStrike">
                <a:solidFill>
                  <a:srgbClr val="003366"/>
                </a:solidFill>
                <a:effectLst/>
                <a:uFillTx/>
                <a:latin typeface="Arial"/>
              </a:endParaRPr>
            </a:p>
          </p:txBody>
        </p:sp>
      </p:grpSp>
      <p:grpSp>
        <p:nvGrpSpPr>
          <p:cNvPr id="105" name=""/>
          <p:cNvGrpSpPr/>
          <p:nvPr/>
        </p:nvGrpSpPr>
        <p:grpSpPr>
          <a:xfrm>
            <a:off x="3505320" y="4724280"/>
            <a:ext cx="2133000" cy="1202760"/>
            <a:chOff x="3505320" y="4724280"/>
            <a:chExt cx="2133000" cy="1202760"/>
          </a:xfrm>
        </p:grpSpPr>
        <p:grpSp>
          <p:nvGrpSpPr>
            <p:cNvPr id="106" name=""/>
            <p:cNvGrpSpPr/>
            <p:nvPr/>
          </p:nvGrpSpPr>
          <p:grpSpPr>
            <a:xfrm>
              <a:off x="3505320" y="5029200"/>
              <a:ext cx="2133000" cy="609480"/>
              <a:chOff x="3505320" y="5029200"/>
              <a:chExt cx="2133000" cy="609480"/>
            </a:xfrm>
          </p:grpSpPr>
          <p:sp>
            <p:nvSpPr>
              <p:cNvPr id="107" name=""/>
              <p:cNvSpPr/>
              <p:nvPr/>
            </p:nvSpPr>
            <p:spPr>
              <a:xfrm>
                <a:off x="3962160" y="5029200"/>
                <a:ext cx="1142640" cy="609480"/>
              </a:xfrm>
              <a:prstGeom prst="flowChartDecision">
                <a:avLst/>
              </a:prstGeom>
              <a:solidFill>
                <a:srgbClr val="ffff00"/>
              </a:solidFill>
              <a:ln w="9360">
                <a:solidFill>
                  <a:srgbClr val="003366"/>
                </a:solidFill>
                <a:miter/>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108" name=""/>
              <p:cNvSpPr/>
              <p:nvPr/>
            </p:nvSpPr>
            <p:spPr>
              <a:xfrm>
                <a:off x="3505320" y="5333760"/>
                <a:ext cx="456840" cy="0"/>
              </a:xfrm>
              <a:prstGeom prst="line">
                <a:avLst/>
              </a:prstGeom>
              <a:ln w="9360">
                <a:solidFill>
                  <a:srgbClr val="003366"/>
                </a:solidFill>
                <a:miter/>
                <a:tailEnd len="med" type="triangle" w="med"/>
              </a:ln>
            </p:spPr>
            <p:style>
              <a:lnRef idx="0"/>
              <a:fillRef idx="0"/>
              <a:effectRef idx="0"/>
              <a:fontRef idx="minor"/>
            </p:style>
            <p:txBody>
              <a:bodyPr lIns="90000" rIns="90000" tIns="-46800" bIns="-46800" anchor="t">
                <a:noAutofit/>
              </a:bodyPr>
              <a:p>
                <a:endParaRPr lang="fr-FR" sz="1800" b="0" u="none" strike="noStrike">
                  <a:solidFill>
                    <a:srgbClr val="003366"/>
                  </a:solidFill>
                  <a:effectLst/>
                  <a:uFillTx/>
                  <a:latin typeface="Arial"/>
                </a:endParaRPr>
              </a:p>
            </p:txBody>
          </p:sp>
          <p:sp>
            <p:nvSpPr>
              <p:cNvPr id="109" name=""/>
              <p:cNvSpPr/>
              <p:nvPr/>
            </p:nvSpPr>
            <p:spPr>
              <a:xfrm>
                <a:off x="5105160" y="5333760"/>
                <a:ext cx="533160" cy="0"/>
              </a:xfrm>
              <a:prstGeom prst="line">
                <a:avLst/>
              </a:prstGeom>
              <a:ln w="9360">
                <a:solidFill>
                  <a:srgbClr val="003366"/>
                </a:solidFill>
                <a:miter/>
                <a:tailEnd len="med" type="triangle" w="med"/>
              </a:ln>
            </p:spPr>
            <p:style>
              <a:lnRef idx="0"/>
              <a:fillRef idx="0"/>
              <a:effectRef idx="0"/>
              <a:fontRef idx="minor"/>
            </p:style>
            <p:txBody>
              <a:bodyPr lIns="90000" rIns="90000" tIns="-46800" bIns="-46800" anchor="t">
                <a:noAutofit/>
              </a:bodyPr>
              <a:p>
                <a:endParaRPr lang="fr-FR" sz="1800" b="0" u="none" strike="noStrike">
                  <a:solidFill>
                    <a:srgbClr val="003366"/>
                  </a:solidFill>
                  <a:effectLst/>
                  <a:uFillTx/>
                  <a:latin typeface="Arial"/>
                </a:endParaRPr>
              </a:p>
            </p:txBody>
          </p:sp>
        </p:grpSp>
        <p:sp>
          <p:nvSpPr>
            <p:cNvPr id="110" name=""/>
            <p:cNvSpPr/>
            <p:nvPr/>
          </p:nvSpPr>
          <p:spPr>
            <a:xfrm>
              <a:off x="3733560" y="4724280"/>
              <a:ext cx="1599840" cy="1202760"/>
            </a:xfrm>
            <a:prstGeom prst="rect">
              <a:avLst/>
            </a:prstGeom>
            <a:noFill/>
            <a:ln w="0">
              <a:noFill/>
            </a:ln>
          </p:spPr>
          <p:style>
            <a:lnRef idx="0"/>
            <a:fillRef idx="0"/>
            <a:effectRef idx="0"/>
            <a:fontRef idx="minor"/>
          </p:style>
          <p:txBody>
            <a:bodyPr lIns="90000" rIns="90000" tIns="46800" bIns="46800" anchor="t">
              <a:spAutoFit/>
            </a:bodyPr>
            <a:p>
              <a:pPr algn="ct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800" b="0" u="none" strike="noStrike">
                  <a:solidFill>
                    <a:srgbClr val="003366"/>
                  </a:solidFill>
                  <a:effectLst/>
                  <a:uFillTx/>
                  <a:latin typeface="Arial"/>
                </a:rPr>
                <a:t>Research</a:t>
              </a:r>
              <a:endParaRPr lang="fr-FR" sz="1800" b="0" u="none" strike="noStrike">
                <a:solidFill>
                  <a:srgbClr val="003366"/>
                </a:solidFill>
                <a:effectLst/>
                <a:uFillTx/>
                <a:latin typeface="Arial"/>
              </a:endParaRPr>
            </a:p>
            <a:p>
              <a:pPr algn="ct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800" b="0" u="none" strike="noStrike">
                  <a:solidFill>
                    <a:srgbClr val="003366"/>
                  </a:solidFill>
                  <a:effectLst/>
                  <a:uFillTx/>
                  <a:latin typeface="Arial"/>
                </a:rPr>
                <a:t>&amp;</a:t>
              </a:r>
              <a:endParaRPr lang="fr-FR" sz="1800" b="0" u="none" strike="noStrike">
                <a:solidFill>
                  <a:srgbClr val="003366"/>
                </a:solidFill>
                <a:effectLst/>
                <a:uFillTx/>
                <a:latin typeface="Arial"/>
              </a:endParaRPr>
            </a:p>
            <a:p>
              <a:pPr algn="ct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800" b="0" u="none" strike="noStrike">
                  <a:solidFill>
                    <a:srgbClr val="003366"/>
                  </a:solidFill>
                  <a:effectLst/>
                  <a:uFillTx/>
                  <a:latin typeface="Arial"/>
                </a:rPr>
                <a:t>Development</a:t>
              </a:r>
              <a:endParaRPr lang="fr-FR" sz="1800" b="0" u="none" strike="noStrike">
                <a:solidFill>
                  <a:srgbClr val="003366"/>
                </a:solidFill>
                <a:effectLst/>
                <a:uFillTx/>
                <a:latin typeface="Arial"/>
              </a:endParaRPr>
            </a:p>
          </p:txBody>
        </p:sp>
      </p:grpSp>
      <p:sp>
        <p:nvSpPr>
          <p:cNvPr id="111" name="PlaceHolder 1"/>
          <p:cNvSpPr>
            <a:spLocks noGrp="1"/>
          </p:cNvSpPr>
          <p:nvPr>
            <p:ph/>
          </p:nvPr>
        </p:nvSpPr>
        <p:spPr>
          <a:xfrm>
            <a:off x="838080" y="2361960"/>
            <a:ext cx="7693200" cy="3724200"/>
          </a:xfrm>
          <a:prstGeom prst="rect">
            <a:avLst/>
          </a:prstGeom>
          <a:noFill/>
          <a:ln w="0">
            <a:noFill/>
          </a:ln>
        </p:spPr>
        <p:txBody>
          <a:bodyPr lIns="90000" rIns="90000" tIns="46800" bIns="46800" anchor="t">
            <a:normAutofit/>
          </a:bodyPr>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By selecting several AutoShapes and right-clicking, you can group them together.</a:t>
            </a:r>
            <a:endParaRPr lang="fr-FR" sz="2800" b="0" u="none" strike="noStrike">
              <a:solidFill>
                <a:srgbClr val="003366"/>
              </a:solidFill>
              <a:effectLst/>
              <a:uFillTx/>
              <a:latin typeface="Arial"/>
            </a:endParaRPr>
          </a:p>
          <a:p>
            <a:pPr marL="343080" indent="-343080">
              <a:spcBef>
                <a:spcPts val="700"/>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800" b="0" u="none" strike="noStrike">
                <a:solidFill>
                  <a:srgbClr val="003366"/>
                </a:solidFill>
                <a:effectLst/>
                <a:uFillTx/>
                <a:latin typeface="Arial"/>
              </a:rPr>
              <a:t>Any of the Custom Animations we Used for Text Sections can be Applied to Groups or Single AutoShapes</a:t>
            </a:r>
            <a:endParaRPr lang="fr-FR" sz="2800" b="0" u="none" strike="noStrike">
              <a:solidFill>
                <a:srgbClr val="003366"/>
              </a:solidFill>
              <a:effectLst/>
              <a:uFillTx/>
              <a:latin typeface="Arial"/>
            </a:endParaRPr>
          </a:p>
        </p:txBody>
      </p:sp>
      <p:sp>
        <p:nvSpPr>
          <p:cNvPr id="112"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timing>
    <p:tnLst>
      <p:par>
        <p:cTn id="131" dur="indefinite" restart="never" nodeType="tmRoot">
          <p:childTnLst>
            <p:seq>
              <p:cTn id="132" dur="indefinite" nodeType="mainSeq">
                <p:childTnLst>
                  <p:par>
                    <p:cTn id="133" fill="hold">
                      <p:stCondLst>
                        <p:cond delay="indefinite"/>
                      </p:stCondLst>
                      <p:childTnLst>
                        <p:par>
                          <p:cTn id="134" fill="hold">
                            <p:stCondLst>
                              <p:cond delay="0"/>
                            </p:stCondLst>
                            <p:childTnLst>
                              <p:par>
                                <p:cTn id="135" presetID="2" presetClass="entr" fill="hold" nodeType="clickEffect" presetSubtype="8">
                                  <p:stCondLst>
                                    <p:cond delay="0"/>
                                  </p:stCondLst>
                                  <p:childTnLst>
                                    <p:set>
                                      <p:cBhvr>
                                        <p:cTn id="136" dur="1" fill="hold">
                                          <p:stCondLst>
                                            <p:cond delay="0"/>
                                          </p:stCondLst>
                                        </p:cTn>
                                        <p:tgtEl>
                                          <p:spTgt spid="99"/>
                                        </p:tgtEl>
                                        <p:attrNameLst>
                                          <p:attrName>style.visibility</p:attrName>
                                        </p:attrNameLst>
                                      </p:cBhvr>
                                      <p:to>
                                        <p:strVal val="visible"/>
                                      </p:to>
                                    </p:set>
                                    <p:anim calcmode="lin" valueType="num">
                                      <p:cBhvr additive="base">
                                        <p:cTn id="137" dur="1000" fill="hold"/>
                                        <p:tgtEl>
                                          <p:spTgt spid="99"/>
                                        </p:tgtEl>
                                        <p:attrNameLst>
                                          <p:attrName>ppt_x</p:attrName>
                                        </p:attrNameLst>
                                      </p:cBhvr>
                                      <p:tavLst>
                                        <p:tav>
                                          <p:val>
                                            <p:strVal val="0-#ppt_w/2"/>
                                          </p:val>
                                        </p:tav>
                                        <p:tav tm="100000">
                                          <p:val>
                                            <p:strVal val="#ppt_x"/>
                                          </p:val>
                                        </p:tav>
                                      </p:tavLst>
                                    </p:anim>
                                    <p:anim calcmode="lin" valueType="num">
                                      <p:cBhvr additive="base">
                                        <p:cTn id="138" dur="1000" fill="hold"/>
                                        <p:tgtEl>
                                          <p:spTgt spid="99"/>
                                        </p:tgtEl>
                                        <p:attrNameLst>
                                          <p:attrName>ppt_y</p:attrName>
                                        </p:attrNameLst>
                                      </p:cBhvr>
                                      <p:tavLst>
                                        <p:tav>
                                          <p:val>
                                            <p:strVal val="#ppt_y"/>
                                          </p:val>
                                        </p:tav>
                                        <p:tav tm="100000">
                                          <p:val>
                                            <p:strVal val="#ppt_y"/>
                                          </p:val>
                                        </p:tav>
                                      </p:tavLst>
                                    </p:anim>
                                  </p:childTnLst>
                                </p:cTn>
                              </p:par>
                            </p:childTnLst>
                          </p:cTn>
                        </p:par>
                        <p:par>
                          <p:cTn id="139" fill="hold">
                            <p:stCondLst>
                              <p:cond delay="1000"/>
                            </p:stCondLst>
                            <p:childTnLst>
                              <p:par>
                                <p:cTn id="140" presetID="2" presetClass="entr" fill="hold" nodeType="afterEffect" presetSubtype="2">
                                  <p:stCondLst>
                                    <p:cond delay="500"/>
                                  </p:stCondLst>
                                  <p:childTnLst>
                                    <p:set>
                                      <p:cBhvr>
                                        <p:cTn id="141" dur="1" fill="hold">
                                          <p:stCondLst>
                                            <p:cond delay="0"/>
                                          </p:stCondLst>
                                        </p:cTn>
                                        <p:tgtEl>
                                          <p:spTgt spid="102"/>
                                        </p:tgtEl>
                                        <p:attrNameLst>
                                          <p:attrName>style.visibility</p:attrName>
                                        </p:attrNameLst>
                                      </p:cBhvr>
                                      <p:to>
                                        <p:strVal val="visible"/>
                                      </p:to>
                                    </p:set>
                                    <p:anim calcmode="lin" valueType="num">
                                      <p:cBhvr additive="base">
                                        <p:cTn id="142" dur="1000" fill="hold"/>
                                        <p:tgtEl>
                                          <p:spTgt spid="102"/>
                                        </p:tgtEl>
                                        <p:attrNameLst>
                                          <p:attrName>ppt_x</p:attrName>
                                        </p:attrNameLst>
                                      </p:cBhvr>
                                      <p:tavLst>
                                        <p:tav>
                                          <p:val>
                                            <p:strVal val="1+#ppt_w/2"/>
                                          </p:val>
                                        </p:tav>
                                        <p:tav tm="100000">
                                          <p:val>
                                            <p:strVal val="#ppt_x"/>
                                          </p:val>
                                        </p:tav>
                                      </p:tavLst>
                                    </p:anim>
                                    <p:anim calcmode="lin" valueType="num">
                                      <p:cBhvr additive="base">
                                        <p:cTn id="143" dur="1000" fill="hold"/>
                                        <p:tgtEl>
                                          <p:spTgt spid="102"/>
                                        </p:tgtEl>
                                        <p:attrNameLst>
                                          <p:attrName>ppt_y</p:attrName>
                                        </p:attrNameLst>
                                      </p:cBhvr>
                                      <p:tavLst>
                                        <p:tav>
                                          <p:val>
                                            <p:strVal val="#ppt_y"/>
                                          </p:val>
                                        </p:tav>
                                        <p:tav tm="100000">
                                          <p:val>
                                            <p:strVal val="#ppt_y"/>
                                          </p:val>
                                        </p:tav>
                                      </p:tavLst>
                                    </p:anim>
                                  </p:childTnLst>
                                </p:cTn>
                              </p:par>
                            </p:childTnLst>
                          </p:cTn>
                        </p:par>
                        <p:par>
                          <p:cTn id="144" fill="hold">
                            <p:stCondLst>
                              <p:cond delay="2500"/>
                            </p:stCondLst>
                            <p:childTnLst>
                              <p:par>
                                <p:cTn id="145" presetID="9" presetClass="entr" fill="hold" nodeType="afterEffect">
                                  <p:stCondLst>
                                    <p:cond delay="500"/>
                                  </p:stCondLst>
                                  <p:childTnLst>
                                    <p:set>
                                      <p:cBhvr>
                                        <p:cTn id="146" dur="1" fill="hold">
                                          <p:stCondLst>
                                            <p:cond delay="0"/>
                                          </p:stCondLst>
                                        </p:cTn>
                                        <p:tgtEl>
                                          <p:spTgt spid="105"/>
                                        </p:tgtEl>
                                        <p:attrNameLst>
                                          <p:attrName>style.visibility</p:attrName>
                                        </p:attrNameLst>
                                      </p:cBhvr>
                                      <p:to>
                                        <p:strVal val="visible"/>
                                      </p:to>
                                    </p:set>
                                    <p:animEffect filter="dissolve" transition="in">
                                      <p:cBhvr additive="repl">
                                        <p:cTn id="147" dur="2000"/>
                                        <p:tgtEl>
                                          <p:spTgt spid="1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3"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Embedding Video</a:t>
            </a:r>
            <a:endParaRPr lang="fr-FR" sz="3600" b="1" u="none" strike="noStrike">
              <a:solidFill>
                <a:srgbClr val="006666"/>
              </a:solidFill>
              <a:effectLst/>
              <a:uFillTx/>
              <a:latin typeface="Arial"/>
            </a:endParaRPr>
          </a:p>
        </p:txBody>
      </p:sp>
      <p:sp>
        <p:nvSpPr>
          <p:cNvPr id="114" name="PlaceHolder 1"/>
          <p:cNvSpPr>
            <a:spLocks noGrp="1"/>
          </p:cNvSpPr>
          <p:nvPr>
            <p:ph/>
          </p:nvPr>
        </p:nvSpPr>
        <p:spPr>
          <a:xfrm>
            <a:off x="838080" y="2361960"/>
            <a:ext cx="4648320" cy="4190760"/>
          </a:xfrm>
          <a:prstGeom prst="rect">
            <a:avLst/>
          </a:prstGeom>
          <a:noFill/>
          <a:ln w="0">
            <a:noFill/>
          </a:ln>
        </p:spPr>
        <p:txBody>
          <a:bodyPr lIns="90000" rIns="90000" tIns="46800" bIns="46800" anchor="t">
            <a:normAutofit/>
          </a:bodyPr>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To Play a Video in Your Slide Show, go to “Insert” and Place your Mouse Over “Movies and Sounds” then Select “Movie From File”</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Any Movie that is Supported Will Automatically be Shown When you Browse for the File</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Once the Video is Inserted, Select if You Want it to Play Automatically </a:t>
            </a:r>
            <a:endParaRPr lang="fr-FR" sz="2000" b="0" u="none" strike="noStrike">
              <a:solidFill>
                <a:srgbClr val="003366"/>
              </a:solidFill>
              <a:effectLst/>
              <a:uFillTx/>
              <a:latin typeface="Arial"/>
            </a:endParaRPr>
          </a:p>
          <a:p>
            <a:pPr marL="343080" indent="-343080">
              <a:spcBef>
                <a:spcPts val="499"/>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Then, you can Position and Size the Video how You Wish</a:t>
            </a:r>
            <a:endParaRPr lang="fr-FR" sz="2000" b="0" u="none" strike="noStrike">
              <a:solidFill>
                <a:srgbClr val="003366"/>
              </a:solidFill>
              <a:effectLst/>
              <a:uFillTx/>
              <a:latin typeface="Arial"/>
            </a:endParaRPr>
          </a:p>
          <a:p>
            <a:pPr marL="343080" indent="0">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lang="fr-FR" sz="2000" b="0" u="none" strike="noStrike">
              <a:solidFill>
                <a:srgbClr val="003366"/>
              </a:solidFill>
              <a:effectLst/>
              <a:uFillTx/>
              <a:latin typeface="Arial"/>
            </a:endParaRPr>
          </a:p>
        </p:txBody>
      </p:sp>
      <p:pic>
        <p:nvPicPr>
          <p:cNvPr id="115" name="">
            <a:hlinkClick r:id="" action="ppaction://media"/>
          </p:cNvPr>
          <p:cNvPicPr/>
          <p:nvPr>
            <a:videoFile r:link="rId1"/>
            <p:extLst>
              <p:ext uri="{DAA4B4D4-6D71-4841-9C94-3DE7FCFB9230}">
                <p14:media r:link="rId2"/>
              </p:ext>
            </p:extLst>
          </p:nvPr>
        </p:nvPicPr>
        <p:blipFill>
          <a:blip r:embed="rId3"/>
          <a:stretch>
            <a:fillRect/>
          </a:stretch>
        </p:blipFill>
        <p:spPr>
          <a:xfrm>
            <a:off x="5486400" y="3451320"/>
            <a:ext cx="3044880" cy="2028600"/>
          </a:xfrm>
          <a:prstGeom prst="rect">
            <a:avLst/>
          </a:prstGeom>
          <a:ln w="0">
            <a:noFill/>
          </a:ln>
        </p:spPr>
      </p:pic>
      <p:sp>
        <p:nvSpPr>
          <p:cNvPr id="116"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timing>
    <p:tnLst>
      <p:par>
        <p:cTn id="148" dur="indefinite" restart="never" nodeType="tmRoot">
          <p:childTnLst>
            <p:seq>
              <p:cTn id="149" dur="indefinite" nodeType="mainSeq">
                <p:childTnLst>
                  <p:par>
                    <p:cTn id="150" fill="hold">
                      <p:stCondLst>
                        <p:cond delay="0"/>
                      </p:stCondLst>
                      <p:childTnLst>
                        <p:par>
                          <p:cTn id="151" fill="hold">
                            <p:stCondLst>
                              <p:cond delay="0"/>
                            </p:stCondLst>
                            <p:childTnLst>
                              <p:par>
                                <p:cTn id="152" presetID="1" presetClass="mediacall" fill="hold" nodeType="afterEffect">
                                  <p:stCondLst>
                                    <p:cond delay="0"/>
                                  </p:stCondLst>
                                  <p:childTnLst>
                                    <p:cmd type="call" cmd="playFrom(0.0)">
                                      <p:cBhvr>
                                        <p:cTn id="153" dur="44979" fill="hold"/>
                                        <p:tgtEl>
                                          <p:spTgt spid="115"/>
                                        </p:tgtEl>
                                      </p:cBhvr>
                                    </p:cmd>
                                  </p:childTnLst>
                                </p:cTn>
                              </p:par>
                            </p:childTnLst>
                          </p:cTn>
                        </p:par>
                      </p:childTnLst>
                    </p:cTn>
                  </p:par>
                </p:childTnLst>
              </p:cTn>
              <p:prevCondLst>
                <p:cond evt="onPrev">
                  <p:tgtEl>
                    <p:sldTgt/>
                  </p:tgtEl>
                </p:cond>
              </p:prevCondLst>
              <p:nextCondLst>
                <p:cond evt="onNext">
                  <p:tgtEl>
                    <p:sldTgt/>
                  </p:tgtEl>
                </p:cond>
              </p:nextCondLst>
            </p:seq>
            <p:seq>
              <p:cTn id="154" restart="whenNotActive" fill="hold" nodeType="interactiveSeq">
                <p:stCondLst>
                  <p:cond evt="onClick">
                    <p:tgtEl>
                      <p:spTgt spid="115"/>
                    </p:tgtEl>
                  </p:cond>
                </p:stCondLst>
                <p:childTnLst>
                  <p:par>
                    <p:cTn id="155" fill="hold">
                      <p:stCondLst>
                        <p:cond evt="onClick">
                          <p:tgtEl>
                            <p:spTgt spid="115"/>
                          </p:tgtEl>
                        </p:cond>
                      </p:stCondLst>
                      <p:childTnLst>
                        <p:par>
                          <p:cTn id="156" fill="hold">
                            <p:stCondLst>
                              <p:cond delay="0"/>
                            </p:stCondLst>
                            <p:childTnLst>
                              <p:par>
                                <p:cTn id="157" presetID="2" presetClass="mediacall" fill="hold" nodeType="clickEffect">
                                  <p:stCondLst>
                                    <p:cond delay="0"/>
                                  </p:stCondLst>
                                  <p:childTnLst>
                                    <p:cmd type="call" cmd="togglePause">
                                      <p:cBhvr>
                                        <p:cTn id="158" dur="1" fill="hold"/>
                                        <p:tgtEl>
                                          <p:spTgt spid="115"/>
                                        </p:tgtEl>
                                      </p:cBhvr>
                                    </p:cmd>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7"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Action Buttons</a:t>
            </a:r>
            <a:endParaRPr lang="fr-FR" sz="3600" b="1" u="none" strike="noStrike">
              <a:solidFill>
                <a:srgbClr val="006666"/>
              </a:solidFill>
              <a:effectLst/>
              <a:uFillTx/>
              <a:latin typeface="Arial"/>
            </a:endParaRPr>
          </a:p>
        </p:txBody>
      </p:sp>
      <p:sp>
        <p:nvSpPr>
          <p:cNvPr id="118" name="PlaceHolder 1"/>
          <p:cNvSpPr>
            <a:spLocks noGrp="1"/>
          </p:cNvSpPr>
          <p:nvPr>
            <p:ph/>
          </p:nvPr>
        </p:nvSpPr>
        <p:spPr>
          <a:xfrm>
            <a:off x="838080" y="2361960"/>
            <a:ext cx="7693200" cy="3724200"/>
          </a:xfrm>
          <a:prstGeom prst="rect">
            <a:avLst/>
          </a:prstGeom>
          <a:noFill/>
          <a:ln w="0">
            <a:noFill/>
          </a:ln>
        </p:spPr>
        <p:txBody>
          <a:bodyPr lIns="90000" rIns="90000" tIns="46800" bIns="46800" anchor="t">
            <a:normAutofit/>
          </a:bodyPr>
          <a:p>
            <a:pPr marL="343080" indent="-343080">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You can Add Action Buttons to Move Around non-linearly in Your Presentation</a:t>
            </a:r>
            <a:endParaRPr lang="fr-FR" sz="2400" b="0" u="none" strike="noStrike">
              <a:solidFill>
                <a:srgbClr val="003366"/>
              </a:solidFill>
              <a:effectLst/>
              <a:uFillTx/>
              <a:latin typeface="Arial"/>
            </a:endParaRPr>
          </a:p>
          <a:p>
            <a:pPr marL="343080" indent="-343080">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Go to “Slide Show” and Select “Action Buttons”</a:t>
            </a:r>
            <a:endParaRPr lang="fr-FR" sz="2400" b="0" u="none" strike="noStrike">
              <a:solidFill>
                <a:srgbClr val="003366"/>
              </a:solidFill>
              <a:effectLst/>
              <a:uFillTx/>
              <a:latin typeface="Arial"/>
            </a:endParaRPr>
          </a:p>
          <a:p>
            <a:pPr marL="343080" indent="-343080">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Select Your Desired Button Type then Draw Your Button and a Window Will Appear </a:t>
            </a:r>
            <a:endParaRPr lang="fr-FR" sz="2400" b="0" u="none" strike="noStrike">
              <a:solidFill>
                <a:srgbClr val="003366"/>
              </a:solidFill>
              <a:effectLst/>
              <a:uFillTx/>
              <a:latin typeface="Arial"/>
            </a:endParaRPr>
          </a:p>
          <a:p>
            <a:pPr marL="343080" indent="-343080">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Set Up your Properties, then you can Double Click the Button to Change Color</a:t>
            </a:r>
            <a:endParaRPr lang="fr-FR" sz="2400" b="0" u="none" strike="noStrike">
              <a:solidFill>
                <a:srgbClr val="003366"/>
              </a:solidFill>
              <a:effectLst/>
              <a:uFillTx/>
              <a:latin typeface="Arial"/>
            </a:endParaRPr>
          </a:p>
          <a:p>
            <a:pPr marL="343080" indent="-343080">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You Can Also Resize and Position the Button After it is Created</a:t>
            </a:r>
            <a:endParaRPr lang="fr-FR" sz="2400" b="0" u="none" strike="noStrike">
              <a:solidFill>
                <a:srgbClr val="003366"/>
              </a:solidFill>
              <a:effectLst/>
              <a:uFillTx/>
              <a:latin typeface="Arial"/>
            </a:endParaRPr>
          </a:p>
        </p:txBody>
      </p:sp>
      <p:sp>
        <p:nvSpPr>
          <p:cNvPr id="119" name="">
            <a:hlinkClick r:id="rId1" action="ppaction://hlinksldjump"/>
          </p:cNvPr>
          <p:cNvSpPr/>
          <p:nvPr/>
        </p:nvSpPr>
        <p:spPr>
          <a:xfrm>
            <a:off x="7620120" y="5943600"/>
            <a:ext cx="609480" cy="609480"/>
          </a:xfrm>
          <a:custGeom>
            <a:avLst/>
            <a:gdLst>
              <a:gd name="textAreaLeft" fmla="*/ 39240 w 609480"/>
              <a:gd name="textAreaRight" fmla="*/ 570240 w 609480"/>
              <a:gd name="textAreaTop" fmla="*/ 39240 h 609480"/>
              <a:gd name="textAreaBottom" fmla="*/ 570240 h 609480"/>
            </a:gdLst>
            <a:ahLst/>
            <a:cxnLst/>
            <a:rect l="textAreaLeft" t="textAreaTop" r="textAreaRight" b="textAreaBottom"/>
            <a:pathLst>
              <a:path w="21600" h="21600">
                <a:moveTo>
                  <a:pt x="0" y="0"/>
                </a:moveTo>
                <a:lnTo>
                  <a:pt x="21600" y="0"/>
                </a:lnTo>
                <a:lnTo>
                  <a:pt x="21600" y="21600"/>
                </a:lnTo>
                <a:lnTo>
                  <a:pt x="0" y="21600"/>
                </a:lnTo>
                <a:close/>
              </a:path>
              <a:path fill="lightenLess" w="21600" h="21600">
                <a:moveTo>
                  <a:pt x="0" y="0"/>
                </a:moveTo>
                <a:lnTo>
                  <a:pt x="21600" y="0"/>
                </a:lnTo>
                <a:lnTo>
                  <a:pt x="20200" y="1400"/>
                </a:lnTo>
                <a:lnTo>
                  <a:pt x="1400" y="1400"/>
                </a:lnTo>
                <a:close/>
              </a:path>
              <a:path fill="darken" w="21600" h="21600">
                <a:moveTo>
                  <a:pt x="21600" y="0"/>
                </a:moveTo>
                <a:lnTo>
                  <a:pt x="21600" y="21600"/>
                </a:lnTo>
                <a:lnTo>
                  <a:pt x="20200" y="20200"/>
                </a:lnTo>
                <a:lnTo>
                  <a:pt x="20200" y="1400"/>
                </a:lnTo>
                <a:close/>
              </a:path>
              <a:path fill="darkenLess" w="21600" h="21600">
                <a:moveTo>
                  <a:pt x="21600" y="21600"/>
                </a:moveTo>
                <a:lnTo>
                  <a:pt x="0" y="21600"/>
                </a:lnTo>
                <a:lnTo>
                  <a:pt x="1400" y="20200"/>
                </a:lnTo>
                <a:lnTo>
                  <a:pt x="20200" y="20200"/>
                </a:lnTo>
                <a:close/>
              </a:path>
              <a:path fill="lighten" w="21600" h="21600">
                <a:moveTo>
                  <a:pt x="0" y="21600"/>
                </a:moveTo>
                <a:lnTo>
                  <a:pt x="0" y="0"/>
                </a:lnTo>
                <a:lnTo>
                  <a:pt x="1400" y="1400"/>
                </a:lnTo>
                <a:lnTo>
                  <a:pt x="1400" y="20200"/>
                </a:lnTo>
                <a:close/>
              </a:path>
              <a:path fill="darken" w="21600" h="21600">
                <a:moveTo>
                  <a:pt x="3794" y="10800"/>
                </a:moveTo>
                <a:lnTo>
                  <a:pt x="17806" y="3794"/>
                </a:lnTo>
                <a:lnTo>
                  <a:pt x="17806" y="17806"/>
                </a:lnTo>
                <a:close/>
              </a:path>
            </a:pathLst>
          </a:custGeom>
          <a:solidFill>
            <a:srgbClr val="ff0000"/>
          </a:solidFill>
          <a:ln w="0">
            <a:noFill/>
          </a:ln>
        </p:spPr>
        <p:style>
          <a:lnRef idx="0"/>
          <a:fillRef idx="0"/>
          <a:effectRef idx="0"/>
          <a:fontRef idx="minor"/>
        </p:style>
        <p:txBody>
          <a:bodyPr wrap="none" lIns="90000" rIns="90000" tIns="46800" bIns="46800" anchor="ctr">
            <a:noAutofit/>
          </a:bodyPr>
          <a:p>
            <a:endParaRPr lang="fr-FR" sz="1800" b="0" u="none" strike="noStrike">
              <a:solidFill>
                <a:srgbClr val="003366"/>
              </a:solidFill>
              <a:effectLst/>
              <a:uFillTx/>
              <a:latin typeface="Arial"/>
            </a:endParaRPr>
          </a:p>
        </p:txBody>
      </p:sp>
      <p:sp>
        <p:nvSpPr>
          <p:cNvPr id="120" name=""/>
          <p:cNvSpPr/>
          <p:nvPr/>
        </p:nvSpPr>
        <p:spPr>
          <a:xfrm>
            <a:off x="5257800" y="6095880"/>
            <a:ext cx="24382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1800" b="0" u="none" strike="noStrike">
                <a:solidFill>
                  <a:srgbClr val="003366"/>
                </a:solidFill>
                <a:effectLst/>
                <a:uFillTx/>
                <a:latin typeface="Arial"/>
              </a:rPr>
              <a:t>Go See HAL Again…</a:t>
            </a:r>
            <a:endParaRPr lang="fr-FR" sz="1800" b="0" u="none" strike="noStrike">
              <a:solidFill>
                <a:srgbClr val="003366"/>
              </a:solidFill>
              <a:effectLst/>
              <a:uFillTx/>
              <a:latin typeface="Arial"/>
            </a:endParaRPr>
          </a:p>
        </p:txBody>
      </p:sp>
      <p:sp>
        <p:nvSpPr>
          <p:cNvPr id="121"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2"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Linking to Web Content</a:t>
            </a:r>
            <a:endParaRPr lang="fr-FR" sz="3600" b="1" u="none" strike="noStrike">
              <a:solidFill>
                <a:srgbClr val="006666"/>
              </a:solidFill>
              <a:effectLst/>
              <a:uFillTx/>
              <a:latin typeface="Arial"/>
            </a:endParaRPr>
          </a:p>
        </p:txBody>
      </p:sp>
      <p:sp>
        <p:nvSpPr>
          <p:cNvPr id="123" name="PlaceHolder 1"/>
          <p:cNvSpPr>
            <a:spLocks noGrp="1"/>
          </p:cNvSpPr>
          <p:nvPr>
            <p:ph/>
          </p:nvPr>
        </p:nvSpPr>
        <p:spPr>
          <a:xfrm>
            <a:off x="838080" y="2361960"/>
            <a:ext cx="7693200" cy="3724200"/>
          </a:xfrm>
          <a:prstGeom prst="rect">
            <a:avLst/>
          </a:prstGeom>
          <a:noFill/>
          <a:ln w="0">
            <a:noFill/>
          </a:ln>
        </p:spPr>
        <p:txBody>
          <a:bodyPr lIns="90000" rIns="90000" tIns="46800" bIns="46800" anchor="t">
            <a:normAutofit/>
          </a:bodyPr>
          <a:p>
            <a:pPr marL="343080" indent="-343080">
              <a:lnSpc>
                <a:spcPct val="9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You Can Link to Web Content and Open it During Your Slide Show</a:t>
            </a:r>
            <a:endParaRPr lang="fr-FR" sz="2400" b="0" u="none" strike="noStrike">
              <a:solidFill>
                <a:srgbClr val="003366"/>
              </a:solidFill>
              <a:effectLst/>
              <a:uFillTx/>
              <a:latin typeface="Arial"/>
            </a:endParaRPr>
          </a:p>
          <a:p>
            <a:pPr marL="343080" indent="-343080">
              <a:lnSpc>
                <a:spcPct val="9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The Computer You Used During the Slide Show MUST Have Internet Access</a:t>
            </a:r>
            <a:endParaRPr lang="fr-FR" sz="2400" b="0" u="none" strike="noStrike">
              <a:solidFill>
                <a:srgbClr val="003366"/>
              </a:solidFill>
              <a:effectLst/>
              <a:uFillTx/>
              <a:latin typeface="Arial"/>
            </a:endParaRPr>
          </a:p>
          <a:p>
            <a:pPr marL="343080" indent="-343080">
              <a:lnSpc>
                <a:spcPct val="9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Highlight a Section of Text and Right-Click it</a:t>
            </a:r>
            <a:endParaRPr lang="fr-FR" sz="2400" b="0" u="none" strike="noStrike">
              <a:solidFill>
                <a:srgbClr val="003366"/>
              </a:solidFill>
              <a:effectLst/>
              <a:uFillTx/>
              <a:latin typeface="Arial"/>
            </a:endParaRPr>
          </a:p>
          <a:p>
            <a:pPr marL="343080" indent="-343080">
              <a:lnSpc>
                <a:spcPct val="9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Select “Hyperlink” (Any Spelling or Grammar Errors must be corrected or ignored to select “hyperlink”)</a:t>
            </a:r>
            <a:endParaRPr lang="fr-FR" sz="2400" b="0" u="none" strike="noStrike">
              <a:solidFill>
                <a:srgbClr val="003366"/>
              </a:solidFill>
              <a:effectLst/>
              <a:uFillTx/>
              <a:latin typeface="Arial"/>
            </a:endParaRPr>
          </a:p>
          <a:p>
            <a:pPr marL="343080" indent="-343080">
              <a:lnSpc>
                <a:spcPct val="9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Fill In the Address for Your Target Content</a:t>
            </a:r>
            <a:endParaRPr lang="fr-FR" sz="2400" b="0" u="none" strike="noStrike">
              <a:solidFill>
                <a:srgbClr val="003366"/>
              </a:solidFill>
              <a:effectLst/>
              <a:uFillTx/>
              <a:latin typeface="Arial"/>
            </a:endParaRPr>
          </a:p>
          <a:p>
            <a:pPr marL="343080" indent="-343080">
              <a:lnSpc>
                <a:spcPct val="9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fr-FR" sz="2400" b="0" u="none" strike="noStrike">
                <a:solidFill>
                  <a:srgbClr val="003366"/>
                </a:solidFill>
                <a:effectLst/>
                <a:uFillTx/>
                <a:latin typeface="Arial"/>
              </a:rPr>
              <a:t>Click </a:t>
            </a:r>
            <a:r>
              <a:rPr lang="fr-FR" sz="2400" b="0" u="sng" strike="noStrike">
                <a:solidFill>
                  <a:srgbClr val="003366"/>
                </a:solidFill>
                <a:effectLst/>
                <a:uFillTx/>
                <a:latin typeface="Arial"/>
                <a:hlinkClick r:id="rId1"/>
              </a:rPr>
              <a:t>HERE</a:t>
            </a:r>
            <a:r>
              <a:rPr lang="fr-FR" sz="2400" b="0" u="sng" strike="noStrike">
                <a:solidFill>
                  <a:srgbClr val="003366"/>
                </a:solidFill>
                <a:effectLst/>
                <a:uFillTx/>
                <a:latin typeface="Arial"/>
              </a:rPr>
              <a:t> to Visit </a:t>
            </a:r>
            <a:r>
              <a:rPr lang="fr-FR" sz="2400" b="0" u="sng" strike="noStrike">
                <a:solidFill>
                  <a:srgbClr val="003366"/>
                </a:solidFill>
                <a:effectLst/>
                <a:uFillTx/>
                <a:latin typeface="Arial"/>
                <a:hlinkClick r:id="rId2"/>
              </a:rPr>
              <a:t>www.campcaleb.com</a:t>
            </a:r>
            <a:endParaRPr lang="fr-FR" sz="2400" b="0" u="none" strike="noStrike">
              <a:solidFill>
                <a:srgbClr val="003366"/>
              </a:solidFill>
              <a:effectLst/>
              <a:uFillTx/>
              <a:latin typeface="Arial"/>
            </a:endParaRPr>
          </a:p>
        </p:txBody>
      </p:sp>
      <p:sp>
        <p:nvSpPr>
          <p:cNvPr id="124"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5" name=""/>
          <p:cNvSpPr txBox="1"/>
          <p:nvPr/>
        </p:nvSpPr>
        <p:spPr>
          <a:xfrm>
            <a:off x="834120" y="834120"/>
            <a:ext cx="7779960" cy="998280"/>
          </a:xfrm>
          <a:prstGeom prst="rect">
            <a:avLst/>
          </a:prstGeom>
          <a:noFill/>
          <a:ln w="0">
            <a:noFill/>
          </a:ln>
        </p:spPr>
        <p:txBody>
          <a:bodyPr lIns="90000" rIns="90000" tIns="46800" bIns="468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fr-FR" sz="3600" b="1" u="none" strike="noStrike">
                <a:solidFill>
                  <a:srgbClr val="006666"/>
                </a:solidFill>
                <a:effectLst/>
                <a:uFillTx/>
                <a:latin typeface="Arial"/>
              </a:rPr>
              <a:t>Adding Email Links</a:t>
            </a:r>
            <a:endParaRPr lang="fr-FR" sz="3600" b="1" u="none" strike="noStrike">
              <a:solidFill>
                <a:srgbClr val="006666"/>
              </a:solidFill>
              <a:effectLst/>
              <a:uFillTx/>
              <a:latin typeface="Arial"/>
            </a:endParaRPr>
          </a:p>
        </p:txBody>
      </p:sp>
      <p:sp>
        <p:nvSpPr>
          <p:cNvPr id="126" name="PlaceHolder 1"/>
          <p:cNvSpPr>
            <a:spLocks noGrp="1"/>
          </p:cNvSpPr>
          <p:nvPr>
            <p:ph/>
          </p:nvPr>
        </p:nvSpPr>
        <p:spPr>
          <a:xfrm>
            <a:off x="838080" y="2361960"/>
            <a:ext cx="7693200" cy="3724200"/>
          </a:xfrm>
          <a:prstGeom prst="rect">
            <a:avLst/>
          </a:prstGeom>
          <a:noFill/>
          <a:ln w="0">
            <a:noFill/>
          </a:ln>
        </p:spPr>
        <p:txBody>
          <a:bodyPr lIns="90000" rIns="90000" tIns="46800" bIns="46800" anchor="t">
            <a:normAutofit/>
          </a:bodyPr>
          <a:p>
            <a:pPr marL="343080" indent="-343080">
              <a:lnSpc>
                <a:spcPct val="9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400" b="0" u="none" strike="noStrike">
                <a:solidFill>
                  <a:srgbClr val="003366"/>
                </a:solidFill>
                <a:effectLst/>
                <a:uFillTx/>
                <a:latin typeface="Arial"/>
              </a:rPr>
              <a:t>A Good Idea is to Add Your Email Address or other Contact Information to Your Slide Show</a:t>
            </a:r>
            <a:endParaRPr lang="fr-FR" sz="2400" b="0" u="none" strike="noStrike">
              <a:solidFill>
                <a:srgbClr val="003366"/>
              </a:solidFill>
              <a:effectLst/>
              <a:uFillTx/>
              <a:latin typeface="Arial"/>
            </a:endParaRPr>
          </a:p>
          <a:p>
            <a:pPr marL="343080" indent="-343080">
              <a:lnSpc>
                <a:spcPct val="9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400" b="0" u="none" strike="noStrike">
                <a:solidFill>
                  <a:srgbClr val="003366"/>
                </a:solidFill>
                <a:effectLst/>
                <a:uFillTx/>
                <a:latin typeface="Arial"/>
              </a:rPr>
              <a:t>You Add an Email Address the Same Way you Link to Web Content, EXCEPT in the Address Field You Need to Type:</a:t>
            </a:r>
            <a:endParaRPr lang="fr-FR" sz="2400" b="0" u="none" strike="noStrike">
              <a:solidFill>
                <a:srgbClr val="003366"/>
              </a:solidFill>
              <a:effectLst/>
              <a:uFillTx/>
              <a:latin typeface="Arial"/>
            </a:endParaRPr>
          </a:p>
          <a:p>
            <a:pPr marL="743040" lvl="1" indent="-285840">
              <a:lnSpc>
                <a:spcPct val="90000"/>
              </a:lnSpc>
              <a:spcBef>
                <a:spcPts val="499"/>
              </a:spcBef>
              <a:buClr>
                <a:srgbClr val="003366"/>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“mailto:youremail@yourdomain.com”</a:t>
            </a:r>
            <a:endParaRPr lang="fr-FR" sz="2000" b="0" u="none" strike="noStrike">
              <a:solidFill>
                <a:srgbClr val="003366"/>
              </a:solidFill>
              <a:effectLst/>
              <a:uFillTx/>
              <a:latin typeface="Arial"/>
            </a:endParaRPr>
          </a:p>
          <a:p>
            <a:pPr marL="343080" indent="-343080">
              <a:lnSpc>
                <a:spcPct val="90000"/>
              </a:lnSpc>
              <a:spcBef>
                <a:spcPts val="601"/>
              </a:spcBef>
              <a:buClr>
                <a:srgbClr val="003366"/>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400" b="0" u="none" strike="noStrike">
                <a:solidFill>
                  <a:srgbClr val="003366"/>
                </a:solidFill>
                <a:effectLst/>
                <a:uFillTx/>
                <a:latin typeface="Arial"/>
              </a:rPr>
              <a:t>For More Help or Information Contact Me:</a:t>
            </a:r>
            <a:endParaRPr lang="fr-FR" sz="2400" b="0" u="none" strike="noStrike">
              <a:solidFill>
                <a:srgbClr val="003366"/>
              </a:solidFill>
              <a:effectLst/>
              <a:uFillTx/>
              <a:latin typeface="Arial"/>
            </a:endParaRPr>
          </a:p>
          <a:p>
            <a:pPr marL="743040" lvl="1" indent="-285840">
              <a:lnSpc>
                <a:spcPct val="90000"/>
              </a:lnSpc>
              <a:spcBef>
                <a:spcPts val="499"/>
              </a:spcBef>
              <a:buClr>
                <a:srgbClr val="003366"/>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Ryan N. McKenzie</a:t>
            </a:r>
            <a:endParaRPr lang="fr-FR" sz="2000" b="0" u="none" strike="noStrike">
              <a:solidFill>
                <a:srgbClr val="003366"/>
              </a:solidFill>
              <a:effectLst/>
              <a:uFillTx/>
              <a:latin typeface="Arial"/>
            </a:endParaRPr>
          </a:p>
          <a:p>
            <a:pPr marL="743040" lvl="1" indent="-285840">
              <a:lnSpc>
                <a:spcPct val="90000"/>
              </a:lnSpc>
              <a:spcBef>
                <a:spcPts val="499"/>
              </a:spcBef>
              <a:buClr>
                <a:srgbClr val="003366"/>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none" strike="noStrike">
                <a:solidFill>
                  <a:srgbClr val="003366"/>
                </a:solidFill>
                <a:effectLst/>
                <a:uFillTx/>
                <a:latin typeface="Arial"/>
              </a:rPr>
              <a:t>(859) 257-8745</a:t>
            </a:r>
            <a:endParaRPr lang="fr-FR" sz="2000" b="0" u="none" strike="noStrike">
              <a:solidFill>
                <a:srgbClr val="003366"/>
              </a:solidFill>
              <a:effectLst/>
              <a:uFillTx/>
              <a:latin typeface="Arial"/>
            </a:endParaRPr>
          </a:p>
          <a:p>
            <a:pPr marL="743040" lvl="1" indent="-285840">
              <a:lnSpc>
                <a:spcPct val="90000"/>
              </a:lnSpc>
              <a:spcBef>
                <a:spcPts val="499"/>
              </a:spcBef>
              <a:buClr>
                <a:srgbClr val="003366"/>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lang="en-US" sz="2000" b="0" u="sng" strike="noStrike">
                <a:solidFill>
                  <a:srgbClr val="003366"/>
                </a:solidFill>
                <a:effectLst/>
                <a:uFillTx/>
                <a:latin typeface="Arial"/>
                <a:hlinkClick r:id="rId1"/>
              </a:rPr>
              <a:t>rnmcke0@uky.edu</a:t>
            </a:r>
            <a:endParaRPr lang="fr-FR" sz="2000" b="0" u="none" strike="noStrike">
              <a:solidFill>
                <a:srgbClr val="003366"/>
              </a:solidFill>
              <a:effectLst/>
              <a:uFillTx/>
              <a:latin typeface="Arial"/>
            </a:endParaRPr>
          </a:p>
        </p:txBody>
      </p:sp>
      <p:sp>
        <p:nvSpPr>
          <p:cNvPr id="127" name="FlagCount" hidden="1"/>
          <p:cNvSpPr/>
          <p:nvPr/>
        </p:nvSpPr>
        <p:spPr>
          <a:xfrm>
            <a:off x="8255160" y="254160"/>
            <a:ext cx="380880" cy="317520"/>
          </a:xfrm>
          <a:prstGeom prst="wedgeRoundRectCallout">
            <a:avLst>
              <a:gd name="adj1" fmla="val -43518"/>
              <a:gd name="adj2" fmla="val 70000"/>
              <a:gd name="adj3" fmla="val 16667"/>
            </a:avLst>
          </a:prstGeom>
          <a:solidFill>
            <a:srgbClr val="33cccc">
              <a:alpha val="25000"/>
            </a:srgbClr>
          </a:solidFill>
          <a:ln w="19080">
            <a:solidFill>
              <a:srgbClr val="003366"/>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lang="en-US" sz="1400" b="1" u="none" strike="noStrike">
                <a:solidFill>
                  <a:srgbClr val="003366"/>
                </a:solidFill>
                <a:effectLst/>
                <a:uFillTx/>
                <a:latin typeface="Tahoma"/>
              </a:rPr>
              <a:t>0</a:t>
            </a:r>
            <a:endParaRPr lang="fr-FR" sz="1400" b="0" u="none" strike="noStrike">
              <a:solidFill>
                <a:srgbClr val="003366"/>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360</TotalTime>
  <Application>LibreOffice/25.8.4.2$Windows_X86_64 LibreOffice_project/290daaa01b999472f0c7a3890eb6a550fd74c6df</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2005-02-10T22:18:44Z</dcterms:created>
  <dc:creator>user</dc:creator>
  <dc:description/>
  <dc:language>fr-FR</dc:language>
  <cp:lastModifiedBy>Ryan McKenzie</cp:lastModifiedBy>
  <dcterms:modified xsi:type="dcterms:W3CDTF">2005-02-24T23:54:41Z</dcterms:modified>
  <cp:revision>16</cp:revision>
  <dc:subject/>
  <dc:title>Test PowerPoint FIle</dc:title>
</cp:coreProperties>
</file>