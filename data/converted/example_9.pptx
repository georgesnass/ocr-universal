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8B8A14-5D56-47F3-B594-D3155A775A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5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6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lang="de-CH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00962A6-A22F-453C-BBAF-D9DD6C050464}" type="slidenum"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&lt;numéro&gt;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de-CH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Test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de-CH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Titel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de-CH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Lorem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de-CH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Ipsum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de-CH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Dolor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de-CH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Sit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de-CH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Amet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de-CH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Titel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" name=""/>
          <p:cNvGraphicFramePr/>
          <p:nvPr/>
        </p:nvGraphicFramePr>
        <p:xfrm>
          <a:off x="457200" y="1600200"/>
          <a:ext cx="8229600" cy="3336840"/>
        </p:xfrm>
        <a:graphic>
          <a:graphicData uri="http://schemas.openxmlformats.org/drawingml/2006/table">
            <a:tbl>
              <a:tblPr/>
              <a:tblGrid>
                <a:gridCol w="1646280"/>
                <a:gridCol w="1646280"/>
                <a:gridCol w="1644480"/>
                <a:gridCol w="1646280"/>
                <a:gridCol w="1646280"/>
              </a:tblGrid>
              <a:tr h="3715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Lorem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Ipsum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Dolor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Sit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Amet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</a:tr>
              <a:tr h="3697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3715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</a:tr>
              <a:tr h="3700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3715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</a:tr>
              <a:tr h="3711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3700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</a:tr>
              <a:tr h="3715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3697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lang="de-CH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LibreOffice/25.8.4.2$Windows_X86_64 LibreOffice_project/290daaa01b999472f0c7a3890eb6a550fd74c6df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2006-06-29T12:57:12Z</dcterms:created>
  <dc:creator>Marcel Burkhalter</dc:creator>
  <dc:description/>
  <dc:language>fr-FR</dc:language>
  <cp:lastModifiedBy>internezzo ag - Kathrin Wenk</cp:lastModifiedBy>
  <dcterms:modified xsi:type="dcterms:W3CDTF">2015-10-21T10:29:26Z</dcterms:modified>
  <cp:revision>2</cp:revision>
  <dc:subject/>
  <dc:title>Test</dc:title>
</cp:coreProperties>
</file>