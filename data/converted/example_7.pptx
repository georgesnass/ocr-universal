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media/image1.wmf" ContentType="image/x-wmf"/>
  <Override PartName="/ppt/media/image2.wmf" ContentType="image/x-wmf"/>
  <Override PartName="/ppt/media/image6.gif" ContentType="image/gif"/>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p:bg>
      <p:bgPr>
        <a:solidFill>
          <a:srgbClr val="ffffff"/>
        </a:solidFill>
      </p:bgPr>
    </p:bg>
    <p:spTree>
      <p:nvGrpSpPr>
        <p:cNvPr id="1" name=""/>
        <p:cNvGrpSpPr/>
        <p:nvPr/>
      </p:nvGrpSpPr>
      <p:grpSpPr>
        <a:xfrm>
          <a:off x="0" y="0"/>
          <a:ext cx="0" cy="0"/>
          <a:chOff x="0" y="0"/>
          <a:chExt cx="0" cy="0"/>
        </a:xfrm>
      </p:grpSpPr>
      <p:grpSp>
        <p:nvGrpSpPr>
          <p:cNvPr id="2" name="Group 2"/>
          <p:cNvGrpSpPr/>
          <p:nvPr/>
        </p:nvGrpSpPr>
        <p:grpSpPr>
          <a:xfrm>
            <a:off x="0" y="0"/>
            <a:ext cx="7620120" cy="6858000"/>
            <a:chOff x="0" y="0"/>
            <a:chExt cx="7620120" cy="6858000"/>
          </a:xfrm>
        </p:grpSpPr>
        <p:grpSp>
          <p:nvGrpSpPr>
            <p:cNvPr id="3" name="Group 3"/>
            <p:cNvGrpSpPr/>
            <p:nvPr/>
          </p:nvGrpSpPr>
          <p:grpSpPr>
            <a:xfrm>
              <a:off x="0" y="0"/>
              <a:ext cx="3200400" cy="6858000"/>
              <a:chOff x="0" y="0"/>
              <a:chExt cx="3200400" cy="6858000"/>
            </a:xfrm>
          </p:grpSpPr>
          <p:sp>
            <p:nvSpPr>
              <p:cNvPr id="4" name="Rectangle 4"/>
              <p:cNvSpPr/>
              <p:nvPr/>
            </p:nvSpPr>
            <p:spPr>
              <a:xfrm>
                <a:off x="0" y="0"/>
                <a:ext cx="762120" cy="6858000"/>
              </a:xfrm>
              <a:prstGeom prst="rect">
                <a:avLst/>
              </a:prstGeom>
              <a:solidFill>
                <a:srgbClr val="99cc99"/>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5" name="Freeform 5"/>
              <p:cNvSpPr/>
              <p:nvPr/>
            </p:nvSpPr>
            <p:spPr>
              <a:xfrm>
                <a:off x="457200" y="0"/>
                <a:ext cx="2743200" cy="1166760"/>
              </a:xfrm>
              <a:custGeom>
                <a:avLst/>
                <a:gdLst>
                  <a:gd name="textAreaLeft" fmla="*/ 0 w 2743200"/>
                  <a:gd name="textAreaRight" fmla="*/ 2743200 w 2743200"/>
                  <a:gd name="textAreaTop" fmla="*/ 0 h 1166760"/>
                  <a:gd name="textAreaBottom" fmla="*/ 1167120 h 1166760"/>
                  <a:gd name="GluePoint1X" fmla="*/ 1728 w 1728"/>
                  <a:gd name="GluePoint1Y" fmla="*/ 0 h 735"/>
                  <a:gd name="GluePoint2X" fmla="*/ 1728 w 1728"/>
                  <a:gd name="GluePoint2Y" fmla="*/ 480 h 735"/>
                  <a:gd name="GluePoint3X" fmla="*/ 380 w 1728"/>
                  <a:gd name="GluePoint3Y" fmla="*/ 482 h 735"/>
                  <a:gd name="GluePoint4X" fmla="*/ 354 w 1728"/>
                  <a:gd name="GluePoint4Y" fmla="*/ 480 h 735"/>
                  <a:gd name="GluePoint5X" fmla="*/ 308 w 1728"/>
                  <a:gd name="GluePoint5Y" fmla="*/ 489 h 735"/>
                  <a:gd name="GluePoint6X" fmla="*/ 246 w 1728"/>
                  <a:gd name="GluePoint6Y" fmla="*/ 531 h 735"/>
                  <a:gd name="GluePoint7X" fmla="*/ 206 w 1728"/>
                  <a:gd name="GluePoint7Y" fmla="*/ 597 h 735"/>
                  <a:gd name="GluePoint8X" fmla="*/ 192 w 1728"/>
                  <a:gd name="GluePoint8Y" fmla="*/ 666 h 735"/>
                  <a:gd name="GluePoint9X" fmla="*/ 192 w 1728"/>
                  <a:gd name="GluePoint9Y" fmla="*/ 735 h 735"/>
                  <a:gd name="GluePoint10X" fmla="*/ 0 w 1728"/>
                  <a:gd name="GluePoint10Y" fmla="*/ 735 h 735"/>
                  <a:gd name="GluePoint11X" fmla="*/ 0 w 1728"/>
                  <a:gd name="GluePoint11Y" fmla="*/ 480 h 735"/>
                  <a:gd name="GluePoint12X" fmla="*/ 0 w 1728"/>
                  <a:gd name="GluePoint12Y" fmla="*/ 0 h 735"/>
                  <a:gd name="GluePoint13X" fmla="*/ 1728 w 1728"/>
                  <a:gd name="GluePoint13Y" fmla="*/ 0 h 7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rgbClr val="99cc99"/>
              </a:solidFill>
              <a:ln w="0">
                <a:noFill/>
              </a:ln>
            </p:spPr>
            <p:style>
              <a:lnRef idx="0"/>
              <a:fillRef idx="0"/>
              <a:effectRef idx="0"/>
              <a:fontRef idx="minor"/>
            </p:style>
            <p:txBody>
              <a:bodyPr wrap="none"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grpSp>
        <p:grpSp>
          <p:nvGrpSpPr>
            <p:cNvPr id="6" name="Group 6"/>
            <p:cNvGrpSpPr/>
            <p:nvPr/>
          </p:nvGrpSpPr>
          <p:grpSpPr>
            <a:xfrm>
              <a:off x="228600" y="1981080"/>
              <a:ext cx="7391520" cy="319320"/>
              <a:chOff x="228600" y="1981080"/>
              <a:chExt cx="7391520" cy="319320"/>
            </a:xfrm>
          </p:grpSpPr>
          <p:sp>
            <p:nvSpPr>
              <p:cNvPr id="7" name="AutoShape 7"/>
              <p:cNvSpPr/>
              <p:nvPr/>
            </p:nvSpPr>
            <p:spPr>
              <a:xfrm>
                <a:off x="609480" y="1981080"/>
                <a:ext cx="7010640" cy="317520"/>
              </a:xfrm>
              <a:prstGeom prst="roundRect">
                <a:avLst>
                  <a:gd name="adj" fmla="val 0"/>
                </a:avLst>
              </a:prstGeom>
              <a:solidFill>
                <a:srgbClr val="003366"/>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8" name="AutoShape 8"/>
              <p:cNvSpPr/>
              <p:nvPr/>
            </p:nvSpPr>
            <p:spPr>
              <a:xfrm flipH="1">
                <a:off x="228600" y="1981080"/>
                <a:ext cx="393840" cy="319320"/>
              </a:xfrm>
              <a:prstGeom prst="flowChartDelay">
                <a:avLst/>
              </a:prstGeom>
              <a:solidFill>
                <a:srgbClr val="003366"/>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grpSp>
      </p:grpSp>
      <p:sp>
        <p:nvSpPr>
          <p:cNvPr id="9" name="PlaceHolder 1"/>
          <p:cNvSpPr>
            <a:spLocks noGrp="1"/>
          </p:cNvSpPr>
          <p:nvPr>
            <p:ph type="title"/>
          </p:nvPr>
        </p:nvSpPr>
        <p:spPr>
          <a:xfrm>
            <a:off x="834120" y="834120"/>
            <a:ext cx="7779960" cy="998280"/>
          </a:xfrm>
          <a:prstGeom prst="rect">
            <a:avLst/>
          </a:prstGeom>
          <a:noFill/>
          <a:ln w="0">
            <a:noFill/>
          </a:ln>
        </p:spPr>
        <p:txBody>
          <a:bodyPr lIns="90000" rIns="90000" tIns="46800" bIns="4680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Cliquez pour éditer le format du texte-titre</a:t>
            </a:r>
            <a:endParaRPr lang="fr-FR" sz="3600" b="1" u="none" strike="noStrike">
              <a:solidFill>
                <a:srgbClr val="006666"/>
              </a:solidFill>
              <a:effectLst/>
              <a:uFillTx/>
              <a:latin typeface="Arial"/>
            </a:endParaRPr>
          </a:p>
        </p:txBody>
      </p:sp>
      <p:sp>
        <p:nvSpPr>
          <p:cNvPr id="10" name="PlaceHolder 2"/>
          <p:cNvSpPr>
            <a:spLocks noGrp="1"/>
          </p:cNvSpPr>
          <p:nvPr>
            <p:ph type="body"/>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Cliquez pour éditer le format du plan de texte</a:t>
            </a:r>
            <a:endParaRPr lang="fr-FR" sz="2800" b="0" u="none" strike="noStrike">
              <a:solidFill>
                <a:srgbClr val="003366"/>
              </a:solidFill>
              <a:effectLst/>
              <a:uFillTx/>
              <a:latin typeface="Arial"/>
            </a:endParaRPr>
          </a:p>
          <a:p>
            <a:pPr marL="743040" lvl="1" indent="-285840">
              <a:spcBef>
                <a:spcPts val="700"/>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Second niveau de plan</a:t>
            </a:r>
            <a:endParaRPr lang="fr-FR" sz="2800" b="0" u="none" strike="noStrike">
              <a:solidFill>
                <a:srgbClr val="003366"/>
              </a:solidFill>
              <a:effectLst/>
              <a:uFillTx/>
              <a:latin typeface="Arial"/>
            </a:endParaRPr>
          </a:p>
          <a:p>
            <a:pPr marL="1143000" lvl="2" indent="-22860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Troisième niveau de plan</a:t>
            </a:r>
            <a:endParaRPr lang="fr-FR" sz="2800" b="0" u="none" strike="noStrike">
              <a:solidFill>
                <a:srgbClr val="003366"/>
              </a:solidFill>
              <a:effectLst/>
              <a:uFillTx/>
              <a:latin typeface="Arial"/>
            </a:endParaRPr>
          </a:p>
          <a:p>
            <a:pPr marL="1600200" lvl="3" indent="-228600">
              <a:spcBef>
                <a:spcPts val="700"/>
              </a:spcBef>
              <a:buClr>
                <a:srgbClr val="003366"/>
              </a:buClr>
              <a:buSzPct val="8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Quatrième niveau de plan</a:t>
            </a:r>
            <a:endParaRPr lang="fr-FR" sz="2800" b="0" u="none" strike="noStrike">
              <a:solidFill>
                <a:srgbClr val="003366"/>
              </a:solidFill>
              <a:effectLst/>
              <a:uFillTx/>
              <a:latin typeface="Arial"/>
            </a:endParaRPr>
          </a:p>
          <a:p>
            <a:pPr marL="2057400" lvl="4"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Cinquième niveau de plan</a:t>
            </a:r>
            <a:endParaRPr lang="fr-FR" sz="2800" b="0" u="none" strike="noStrike">
              <a:solidFill>
                <a:srgbClr val="003366"/>
              </a:solidFill>
              <a:effectLst/>
              <a:uFillTx/>
              <a:latin typeface="Arial"/>
            </a:endParaRPr>
          </a:p>
          <a:p>
            <a:pPr marL="2057400" lvl="5"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Sixième niveau de plan</a:t>
            </a:r>
            <a:endParaRPr lang="fr-FR" sz="2800" b="0" u="none" strike="noStrike">
              <a:solidFill>
                <a:srgbClr val="003366"/>
              </a:solidFill>
              <a:effectLst/>
              <a:uFillTx/>
              <a:latin typeface="Arial"/>
            </a:endParaRPr>
          </a:p>
          <a:p>
            <a:pPr marL="2057400" lvl="6"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Septième niveau de plan</a:t>
            </a:r>
            <a:endParaRPr lang="fr-FR" sz="2800" b="0" u="none" strike="noStrike">
              <a:solidFill>
                <a:srgbClr val="003366"/>
              </a:solidFill>
              <a:effectLst/>
              <a:uFillTx/>
              <a:latin typeface="Arial"/>
            </a:endParaRPr>
          </a:p>
        </p:txBody>
      </p:sp>
      <p:sp>
        <p:nvSpPr>
          <p:cNvPr id="11" name="PlaceHolder 3"/>
          <p:cNvSpPr>
            <a:spLocks noGrp="1"/>
          </p:cNvSpPr>
          <p:nvPr>
            <p:ph type="dt" idx="1"/>
          </p:nvPr>
        </p:nvSpPr>
        <p:spPr>
          <a:xfrm>
            <a:off x="2438280" y="6248520"/>
            <a:ext cx="2130480" cy="47448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12" name="PlaceHolder 4"/>
          <p:cNvSpPr>
            <a:spLocks noGrp="1"/>
          </p:cNvSpPr>
          <p:nvPr>
            <p:ph type="ftr" idx="2"/>
          </p:nvPr>
        </p:nvSpPr>
        <p:spPr>
          <a:xfrm>
            <a:off x="5790960" y="6248520"/>
            <a:ext cx="2896920" cy="47448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13" name="PlaceHolder 5"/>
          <p:cNvSpPr>
            <a:spLocks noGrp="1"/>
          </p:cNvSpPr>
          <p:nvPr>
            <p:ph type="sldNum" idx="3"/>
          </p:nvPr>
        </p:nvSpPr>
        <p:spPr>
          <a:xfrm>
            <a:off x="83880" y="6242040"/>
            <a:ext cx="587160" cy="488880"/>
          </a:xfrm>
          <a:prstGeom prst="rect">
            <a:avLst/>
          </a:prstGeom>
          <a:noFill/>
          <a:ln w="0">
            <a:noFill/>
          </a:ln>
        </p:spPr>
        <p:txBody>
          <a:bodyPr lIns="90000" rIns="90000" tIns="46800" bIns="46800" anchor="b" anchorCtr="1">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en-US" sz="2600" b="1" u="none" strike="noStrike">
                <a:solidFill>
                  <a:srgbClr val="ffffff"/>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16DF38E-1ED3-409E-A736-D77B8320F90B}" type="slidenum">
              <a:rPr lang="en-US" sz="2600" b="1" u="none" strike="noStrike">
                <a:solidFill>
                  <a:srgbClr val="ffffff"/>
                </a:solidFill>
                <a:effectLst/>
                <a:uFillTx/>
                <a:latin typeface="Times New Roman"/>
              </a:rPr>
              <a:t>&lt;numéro&gt;</a:t>
            </a:fld>
            <a:endParaRPr lang="fr-FR" sz="26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1">
    <p:bg>
      <p:bgPr>
        <a:solidFill>
          <a:srgbClr val="ffffff"/>
        </a:solidFill>
      </p:bgPr>
    </p:bg>
    <p:spTree>
      <p:nvGrpSpPr>
        <p:cNvPr id="1" name=""/>
        <p:cNvGrpSpPr/>
        <p:nvPr/>
      </p:nvGrpSpPr>
      <p:grpSpPr>
        <a:xfrm>
          <a:off x="0" y="0"/>
          <a:ext cx="0" cy="0"/>
          <a:chOff x="0" y="0"/>
          <a:chExt cx="0" cy="0"/>
        </a:xfrm>
      </p:grpSpPr>
      <p:grpSp>
        <p:nvGrpSpPr>
          <p:cNvPr id="14" name="Group 2"/>
          <p:cNvGrpSpPr/>
          <p:nvPr/>
        </p:nvGrpSpPr>
        <p:grpSpPr>
          <a:xfrm>
            <a:off x="0" y="0"/>
            <a:ext cx="5867280" cy="6858000"/>
            <a:chOff x="0" y="0"/>
            <a:chExt cx="5867280" cy="6858000"/>
          </a:xfrm>
        </p:grpSpPr>
        <p:sp>
          <p:nvSpPr>
            <p:cNvPr id="15" name="Rectangle 3"/>
            <p:cNvSpPr/>
            <p:nvPr/>
          </p:nvSpPr>
          <p:spPr>
            <a:xfrm>
              <a:off x="0" y="0"/>
              <a:ext cx="4572000" cy="6858000"/>
            </a:xfrm>
            <a:prstGeom prst="rect">
              <a:avLst/>
            </a:prstGeom>
            <a:solidFill>
              <a:srgbClr val="99cc99"/>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16" name="AutoShape 4"/>
            <p:cNvSpPr/>
            <p:nvPr/>
          </p:nvSpPr>
          <p:spPr>
            <a:xfrm>
              <a:off x="685800" y="990720"/>
              <a:ext cx="5181480" cy="1904760"/>
            </a:xfrm>
            <a:prstGeom prst="roundRect">
              <a:avLst>
                <a:gd name="adj" fmla="val 50000"/>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grpSp>
      <p:grpSp>
        <p:nvGrpSpPr>
          <p:cNvPr id="17" name="Group 5"/>
          <p:cNvGrpSpPr/>
          <p:nvPr/>
        </p:nvGrpSpPr>
        <p:grpSpPr>
          <a:xfrm>
            <a:off x="3632040" y="4889520"/>
            <a:ext cx="4876920" cy="318960"/>
            <a:chOff x="3632040" y="4889520"/>
            <a:chExt cx="4876920" cy="318960"/>
          </a:xfrm>
        </p:grpSpPr>
        <p:sp>
          <p:nvSpPr>
            <p:cNvPr id="18" name="AutoShape 6"/>
            <p:cNvSpPr/>
            <p:nvPr/>
          </p:nvSpPr>
          <p:spPr>
            <a:xfrm flipH="1">
              <a:off x="3632040" y="4889520"/>
              <a:ext cx="4626000" cy="317520"/>
            </a:xfrm>
            <a:prstGeom prst="roundRect">
              <a:avLst>
                <a:gd name="adj" fmla="val 0"/>
              </a:avLst>
            </a:prstGeom>
            <a:solidFill>
              <a:srgbClr val="003366"/>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19" name="AutoShape 7"/>
            <p:cNvSpPr/>
            <p:nvPr/>
          </p:nvSpPr>
          <p:spPr>
            <a:xfrm>
              <a:off x="8248680" y="4889520"/>
              <a:ext cx="260280" cy="318960"/>
            </a:xfrm>
            <a:prstGeom prst="flowChartDelay">
              <a:avLst/>
            </a:prstGeom>
            <a:solidFill>
              <a:srgbClr val="003366"/>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grpSp>
      <p:sp>
        <p:nvSpPr>
          <p:cNvPr id="20" name="PlaceHolder 1"/>
          <p:cNvSpPr>
            <a:spLocks noGrp="1"/>
          </p:cNvSpPr>
          <p:nvPr>
            <p:ph type="title"/>
          </p:nvPr>
        </p:nvSpPr>
        <p:spPr>
          <a:xfrm>
            <a:off x="834120" y="834120"/>
            <a:ext cx="7779960" cy="998280"/>
          </a:xfrm>
          <a:prstGeom prst="rect">
            <a:avLst/>
          </a:prstGeom>
          <a:noFill/>
          <a:ln w="0">
            <a:noFill/>
          </a:ln>
        </p:spPr>
        <p:txBody>
          <a:bodyPr lIns="90000" rIns="90000" tIns="46800" bIns="4680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Cliquez pour éditer le format du texte-titre</a:t>
            </a:r>
            <a:endParaRPr lang="fr-FR" sz="3600" b="1" u="none" strike="noStrike">
              <a:solidFill>
                <a:srgbClr val="006666"/>
              </a:solidFill>
              <a:effectLst/>
              <a:uFillTx/>
              <a:latin typeface="Arial"/>
            </a:endParaRPr>
          </a:p>
        </p:txBody>
      </p:sp>
      <p:sp>
        <p:nvSpPr>
          <p:cNvPr id="21" name="PlaceHolder 2"/>
          <p:cNvSpPr>
            <a:spLocks noGrp="1"/>
          </p:cNvSpPr>
          <p:nvPr>
            <p:ph type="body"/>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Cliquez pour éditer le format du plan de texte</a:t>
            </a:r>
            <a:endParaRPr lang="fr-FR" sz="2800" b="0" u="none" strike="noStrike">
              <a:solidFill>
                <a:srgbClr val="003366"/>
              </a:solidFill>
              <a:effectLst/>
              <a:uFillTx/>
              <a:latin typeface="Arial"/>
            </a:endParaRPr>
          </a:p>
          <a:p>
            <a:pPr marL="743040" lvl="1" indent="-285840">
              <a:spcBef>
                <a:spcPts val="700"/>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Second niveau de plan</a:t>
            </a:r>
            <a:endParaRPr lang="fr-FR" sz="2800" b="0" u="none" strike="noStrike">
              <a:solidFill>
                <a:srgbClr val="003366"/>
              </a:solidFill>
              <a:effectLst/>
              <a:uFillTx/>
              <a:latin typeface="Arial"/>
            </a:endParaRPr>
          </a:p>
          <a:p>
            <a:pPr marL="1143000" lvl="2" indent="-22860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Troisième niveau de plan</a:t>
            </a:r>
            <a:endParaRPr lang="fr-FR" sz="2800" b="0" u="none" strike="noStrike">
              <a:solidFill>
                <a:srgbClr val="003366"/>
              </a:solidFill>
              <a:effectLst/>
              <a:uFillTx/>
              <a:latin typeface="Arial"/>
            </a:endParaRPr>
          </a:p>
          <a:p>
            <a:pPr marL="1600200" lvl="3" indent="-228600">
              <a:spcBef>
                <a:spcPts val="700"/>
              </a:spcBef>
              <a:buClr>
                <a:srgbClr val="003366"/>
              </a:buClr>
              <a:buSzPct val="8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Quatrième niveau de plan</a:t>
            </a:r>
            <a:endParaRPr lang="fr-FR" sz="2800" b="0" u="none" strike="noStrike">
              <a:solidFill>
                <a:srgbClr val="003366"/>
              </a:solidFill>
              <a:effectLst/>
              <a:uFillTx/>
              <a:latin typeface="Arial"/>
            </a:endParaRPr>
          </a:p>
          <a:p>
            <a:pPr marL="2057400" lvl="4"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Cinquième niveau de plan</a:t>
            </a:r>
            <a:endParaRPr lang="fr-FR" sz="2800" b="0" u="none" strike="noStrike">
              <a:solidFill>
                <a:srgbClr val="003366"/>
              </a:solidFill>
              <a:effectLst/>
              <a:uFillTx/>
              <a:latin typeface="Arial"/>
            </a:endParaRPr>
          </a:p>
          <a:p>
            <a:pPr marL="2057400" lvl="5"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Sixième niveau de plan</a:t>
            </a:r>
            <a:endParaRPr lang="fr-FR" sz="2800" b="0" u="none" strike="noStrike">
              <a:solidFill>
                <a:srgbClr val="003366"/>
              </a:solidFill>
              <a:effectLst/>
              <a:uFillTx/>
              <a:latin typeface="Arial"/>
            </a:endParaRPr>
          </a:p>
          <a:p>
            <a:pPr marL="2057400" lvl="6"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Septième niveau de plan</a:t>
            </a:r>
            <a:endParaRPr lang="fr-FR" sz="2800" b="0" u="none" strike="noStrike">
              <a:solidFill>
                <a:srgbClr val="003366"/>
              </a:solidFill>
              <a:effectLst/>
              <a:uFillTx/>
              <a:latin typeface="Arial"/>
            </a:endParaRPr>
          </a:p>
        </p:txBody>
      </p:sp>
      <p:sp>
        <p:nvSpPr>
          <p:cNvPr id="22" name="PlaceHolder 3"/>
          <p:cNvSpPr>
            <a:spLocks noGrp="1"/>
          </p:cNvSpPr>
          <p:nvPr>
            <p:ph type="dt" idx="4"/>
          </p:nvPr>
        </p:nvSpPr>
        <p:spPr>
          <a:xfrm>
            <a:off x="2438280" y="6248520"/>
            <a:ext cx="2130480" cy="47448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23" name="PlaceHolder 4"/>
          <p:cNvSpPr>
            <a:spLocks noGrp="1"/>
          </p:cNvSpPr>
          <p:nvPr>
            <p:ph type="ftr" idx="5"/>
          </p:nvPr>
        </p:nvSpPr>
        <p:spPr>
          <a:xfrm>
            <a:off x="5790960" y="6248520"/>
            <a:ext cx="2896920" cy="47448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24" name="PlaceHolder 5"/>
          <p:cNvSpPr>
            <a:spLocks noGrp="1"/>
          </p:cNvSpPr>
          <p:nvPr>
            <p:ph type="sldNum" idx="6"/>
          </p:nvPr>
        </p:nvSpPr>
        <p:spPr>
          <a:xfrm>
            <a:off x="75960" y="6248520"/>
            <a:ext cx="587160" cy="48888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en-US" sz="2600" b="1" u="none" strike="noStrike">
                <a:solidFill>
                  <a:srgbClr val="ffffff"/>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34A54DF-8F19-49E5-AEC8-4872FC203042}" type="slidenum">
              <a:rPr lang="en-US" sz="2600" b="1" u="none" strike="noStrike">
                <a:solidFill>
                  <a:srgbClr val="ffffff"/>
                </a:solidFill>
                <a:effectLst/>
                <a:uFillTx/>
                <a:latin typeface="Times New Roman"/>
              </a:rPr>
              <a:t>&lt;numéro&gt;</a:t>
            </a:fld>
            <a:endParaRPr lang="fr-FR" sz="26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image" Target="../media/image2.wmf"/><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6.gif"/><Relationship Id="rId2" Type="http://schemas.openxmlformats.org/officeDocument/2006/relationships/image" Target="../media/image5.png"/><Relationship Id="rId3" Type="http://schemas.openxmlformats.org/officeDocument/2006/relationships/slide" Target="slide15.xml"/><Relationship Id="rId4"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video" Target="file:///C:/College/Spring 05/GS630/PPT Assignment/slide.mpg" TargetMode="External"/><Relationship Id="rId2" Type="http://schemas.microsoft.com/office/2007/relationships/media" Target="file:///C:/College/Spring 05/GS630/PPT Assignment/slide.mpg" TargetMode="External"/><Relationship Id="rId3" Type="http://schemas.openxmlformats.org/officeDocument/2006/relationships/image" Target="../media/image7.png"/><Relationship Id="rId4"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
          <p:cNvSpPr txBox="1"/>
          <p:nvPr/>
        </p:nvSpPr>
        <p:spPr>
          <a:xfrm>
            <a:off x="964800" y="1269360"/>
            <a:ext cx="7671600" cy="1346760"/>
          </a:xfrm>
          <a:prstGeom prst="rect">
            <a:avLst/>
          </a:prstGeom>
          <a:noFill/>
          <a:ln w="0">
            <a:noFill/>
          </a:ln>
        </p:spPr>
        <p:txBody>
          <a:bodyPr anchor="ctr">
            <a:no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3366"/>
                </a:solidFill>
                <a:effectLst/>
                <a:uFillTx/>
                <a:latin typeface="Arial"/>
              </a:rPr>
              <a:t>How To Use PowerPoint</a:t>
            </a:r>
            <a:br>
              <a:rPr sz="3600"/>
            </a:br>
            <a:r>
              <a:rPr lang="en-US" sz="2400" b="1" u="none" strike="noStrike">
                <a:solidFill>
                  <a:srgbClr val="003366"/>
                </a:solidFill>
                <a:effectLst/>
                <a:uFillTx/>
                <a:latin typeface="Arial"/>
              </a:rPr>
              <a:t>A Brief Introduction to Commonly Used Features</a:t>
            </a:r>
            <a:endParaRPr lang="fr-FR" sz="2400" b="1" u="none" strike="noStrike">
              <a:solidFill>
                <a:srgbClr val="006666"/>
              </a:solidFill>
              <a:effectLst/>
              <a:uFillTx/>
              <a:latin typeface="Arial"/>
            </a:endParaRPr>
          </a:p>
        </p:txBody>
      </p:sp>
      <p:sp>
        <p:nvSpPr>
          <p:cNvPr id="26"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Introduction</a:t>
            </a:r>
            <a:endParaRPr lang="fr-FR" sz="3600" b="1" u="none" strike="noStrike">
              <a:solidFill>
                <a:srgbClr val="006666"/>
              </a:solidFill>
              <a:effectLst/>
              <a:uFillTx/>
              <a:latin typeface="Arial"/>
            </a:endParaRPr>
          </a:p>
        </p:txBody>
      </p:sp>
      <p:sp>
        <p:nvSpPr>
          <p:cNvPr id="28" name="Text Box 4"/>
          <p:cNvSpPr/>
          <p:nvPr/>
        </p:nvSpPr>
        <p:spPr>
          <a:xfrm>
            <a:off x="990720" y="2438280"/>
            <a:ext cx="6629400" cy="375156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800" b="0" u="none" strike="noStrike">
                <a:solidFill>
                  <a:srgbClr val="003366"/>
                </a:solidFill>
                <a:effectLst/>
                <a:uFillTx/>
                <a:latin typeface="Arial"/>
              </a:rPr>
              <a:t>	</a:t>
            </a:r>
            <a:r>
              <a:rPr lang="en-US" sz="2400" b="0" u="none" strike="noStrike">
                <a:solidFill>
                  <a:srgbClr val="003366"/>
                </a:solidFill>
                <a:effectLst/>
                <a:uFillTx/>
                <a:latin typeface="Arial"/>
              </a:rPr>
              <a:t>PowerPoint is a very commonly used, fairly powerful presentation software from Microsoft. In your academic career (undergrad, graduate, or professional) there is a good chance that you have been or will be exposed to this tool. Furthermore, most of you will need to use it. This slide show is intended not only to be presented as a user guide to PowerPoint, but to be distributed as a way to practice what you learn as you learn it.</a:t>
            </a:r>
            <a:endParaRPr lang="fr-FR" sz="2400" b="0" u="none" strike="noStrike">
              <a:solidFill>
                <a:srgbClr val="003366"/>
              </a:solidFill>
              <a:effectLst/>
              <a:uFillTx/>
              <a:latin typeface="Arial"/>
            </a:endParaRPr>
          </a:p>
        </p:txBody>
      </p:sp>
      <p:sp>
        <p:nvSpPr>
          <p:cNvPr id="29"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What Will be Demonstrated</a:t>
            </a:r>
            <a:endParaRPr lang="fr-FR" sz="3600" b="1" u="none" strike="noStrike">
              <a:solidFill>
                <a:srgbClr val="006666"/>
              </a:solidFill>
              <a:effectLst/>
              <a:uFillTx/>
              <a:latin typeface="Arial"/>
            </a:endParaRPr>
          </a:p>
        </p:txBody>
      </p:sp>
      <p:sp>
        <p:nvSpPr>
          <p:cNvPr id="31" name="PlaceHolder 1"/>
          <p:cNvSpPr>
            <a:spLocks noGrp="1"/>
          </p:cNvSpPr>
          <p:nvPr>
            <p:ph/>
          </p:nvPr>
        </p:nvSpPr>
        <p:spPr>
          <a:xfrm>
            <a:off x="1219320" y="2361960"/>
            <a:ext cx="8229600" cy="5105160"/>
          </a:xfrm>
          <a:prstGeom prst="rect">
            <a:avLst/>
          </a:prstGeom>
          <a:noFill/>
          <a:ln w="0">
            <a:noFill/>
          </a:ln>
        </p:spPr>
        <p:txBody>
          <a:bodyPr lIns="91440" rIns="91440" tIns="45720" bIns="45720" anchor="t">
            <a:normAutofit/>
          </a:bodyPr>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Adding Slides to a Presentation</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Using a Uniform Appearance/Motif</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How to Vary Slide Layout and Text (font, size, color)</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Using Graphics from ClipArt or a File</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Using Animated Text (Timed and Manual)</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Applying Slide Transitions</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Adding Sound (From a File or the Gallery)</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Using AutoShapes</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Adding Videos and Animation</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Placing Action Buttons for Nonlinear Slide Selection</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Linking to Web Content or Email Addresses</a:t>
            </a:r>
            <a:endParaRPr lang="fr-FR" sz="2000" b="0" u="none" strike="noStrike">
              <a:solidFill>
                <a:srgbClr val="003366"/>
              </a:solidFill>
              <a:effectLst/>
              <a:uFillTx/>
              <a:latin typeface="Arial"/>
            </a:endParaRPr>
          </a:p>
        </p:txBody>
      </p:sp>
      <p:sp>
        <p:nvSpPr>
          <p:cNvPr id="32"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Adding/Formatting Slides</a:t>
            </a:r>
            <a:endParaRPr lang="fr-FR" sz="3600" b="1" u="none" strike="noStrike">
              <a:solidFill>
                <a:srgbClr val="006666"/>
              </a:solidFill>
              <a:effectLst/>
              <a:uFillTx/>
              <a:latin typeface="Arial"/>
            </a:endParaRPr>
          </a:p>
        </p:txBody>
      </p:sp>
      <p:sp>
        <p:nvSpPr>
          <p:cNvPr id="34" name="PlaceHolder 1"/>
          <p:cNvSpPr>
            <a:spLocks noGrp="1"/>
          </p:cNvSpPr>
          <p:nvPr>
            <p:ph/>
          </p:nvPr>
        </p:nvSpPr>
        <p:spPr>
          <a:xfrm>
            <a:off x="838080" y="2361960"/>
            <a:ext cx="7693200" cy="3724200"/>
          </a:xfrm>
          <a:prstGeom prst="rect">
            <a:avLst/>
          </a:prstGeom>
          <a:noFill/>
          <a:ln w="0">
            <a:noFill/>
          </a:ln>
        </p:spPr>
        <p:txBody>
          <a:bodyPr lIns="91440" rIns="91440" tIns="45720" bIns="4572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Right-Click the Timeline to the left </a:t>
            </a:r>
            <a:r>
              <a:rPr lang="en-US" sz="2800" b="0" u="none" strike="noStrike">
                <a:solidFill>
                  <a:srgbClr val="003366"/>
                </a:solidFill>
                <a:effectLst/>
                <a:uFillTx/>
                <a:latin typeface="Wingdings"/>
                <a:ea typeface="Wingdings"/>
              </a:rPr>
              <a:t></a:t>
            </a:r>
            <a:r>
              <a:rPr lang="en-US" sz="2800" b="0" u="none" strike="noStrike">
                <a:solidFill>
                  <a:srgbClr val="003366"/>
                </a:solidFill>
                <a:effectLst/>
                <a:uFillTx/>
                <a:latin typeface="Arial"/>
              </a:rPr>
              <a:t> and go to “New Slide”</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OR go to “Insert” and select “New Slide”</a:t>
            </a:r>
            <a:endParaRPr lang="fr-FR" sz="2800" b="0" u="none" strike="noStrike">
              <a:solidFill>
                <a:srgbClr val="003366"/>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Open the “Layout” tab to the right </a:t>
            </a:r>
            <a:r>
              <a:rPr lang="en-US" sz="2800" b="0" u="none" strike="noStrike">
                <a:solidFill>
                  <a:srgbClr val="003366"/>
                </a:solidFill>
                <a:effectLst/>
                <a:uFillTx/>
                <a:latin typeface="Wingdings"/>
                <a:ea typeface="Wingdings"/>
              </a:rPr>
              <a:t></a:t>
            </a:r>
            <a:r>
              <a:rPr lang="en-US" sz="2800" b="0" u="none" strike="noStrike">
                <a:solidFill>
                  <a:srgbClr val="003366"/>
                </a:solidFill>
                <a:effectLst/>
                <a:uFillTx/>
                <a:latin typeface="Arial"/>
              </a:rPr>
              <a:t> to change the format of a slide</a:t>
            </a:r>
            <a:endParaRPr lang="fr-FR" sz="2800" b="0" u="none" strike="noStrike">
              <a:solidFill>
                <a:srgbClr val="003366"/>
              </a:solidFill>
              <a:effectLst/>
              <a:uFillTx/>
              <a:latin typeface="Arial"/>
            </a:endParaRPr>
          </a:p>
        </p:txBody>
      </p:sp>
      <p:sp>
        <p:nvSpPr>
          <p:cNvPr id="35"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Appearance/Motif</a:t>
            </a:r>
            <a:endParaRPr lang="fr-FR" sz="3600" b="1" u="none" strike="noStrike">
              <a:solidFill>
                <a:srgbClr val="006666"/>
              </a:solidFill>
              <a:effectLst/>
              <a:uFillTx/>
              <a:latin typeface="Arial"/>
            </a:endParaRPr>
          </a:p>
        </p:txBody>
      </p:sp>
      <p:sp>
        <p:nvSpPr>
          <p:cNvPr id="37" name="PlaceHolder 1"/>
          <p:cNvSpPr>
            <a:spLocks noGrp="1"/>
          </p:cNvSpPr>
          <p:nvPr>
            <p:ph/>
          </p:nvPr>
        </p:nvSpPr>
        <p:spPr>
          <a:xfrm>
            <a:off x="838080" y="2361960"/>
            <a:ext cx="7693200" cy="3724200"/>
          </a:xfrm>
          <a:prstGeom prst="rect">
            <a:avLst/>
          </a:prstGeom>
          <a:noFill/>
          <a:ln w="0">
            <a:noFill/>
          </a:ln>
        </p:spPr>
        <p:txBody>
          <a:bodyPr lIns="91440" rIns="91440" tIns="45720" bIns="4572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You can Apply a Motif by Opening the “Design” tab on the right </a:t>
            </a:r>
            <a:r>
              <a:rPr lang="en-US" sz="2800" b="0" u="none" strike="noStrike">
                <a:solidFill>
                  <a:srgbClr val="003366"/>
                </a:solidFill>
                <a:effectLst/>
                <a:uFillTx/>
                <a:latin typeface="Wingdings"/>
                <a:ea typeface="Wingdings"/>
              </a:rPr>
              <a:t></a:t>
            </a:r>
            <a:endParaRPr lang="fr-FR" sz="2800" b="0" u="none" strike="noStrike">
              <a:solidFill>
                <a:srgbClr val="003366"/>
              </a:solidFill>
              <a:effectLst/>
              <a:uFillTx/>
              <a:latin typeface="Arial"/>
            </a:endParaRPr>
          </a:p>
          <a:p>
            <a:pPr marL="743040" lvl="1" indent="-285840">
              <a:spcBef>
                <a:spcPts val="601"/>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Then Click on the Desired Motif to apply it to all slides</a:t>
            </a:r>
            <a:endParaRPr lang="fr-FR" sz="2400" b="0" u="none" strike="noStrike">
              <a:solidFill>
                <a:srgbClr val="003366"/>
              </a:solidFill>
              <a:effectLst/>
              <a:uFillTx/>
              <a:latin typeface="Arial"/>
            </a:endParaRPr>
          </a:p>
          <a:p>
            <a:pPr marL="743040" lvl="1" indent="-285840">
              <a:spcBef>
                <a:spcPts val="601"/>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Click on the small drop down if you wish to apply the motif to only the current slide</a:t>
            </a:r>
            <a:endParaRPr lang="fr-FR" sz="2400" b="0" u="none" strike="noStrike">
              <a:solidFill>
                <a:srgbClr val="003366"/>
              </a:solidFill>
              <a:effectLst/>
              <a:uFillTx/>
              <a:latin typeface="Arial"/>
            </a:endParaRPr>
          </a:p>
          <a:p>
            <a:pPr marL="743040" lvl="1"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p:txBody>
      </p:sp>
      <p:sp>
        <p:nvSpPr>
          <p:cNvPr id="38"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Variation in Layout and Text</a:t>
            </a:r>
            <a:endParaRPr lang="fr-FR" sz="3600" b="1" u="none" strike="noStrike">
              <a:solidFill>
                <a:srgbClr val="006666"/>
              </a:solidFill>
              <a:effectLst/>
              <a:uFillTx/>
              <a:latin typeface="Arial"/>
            </a:endParaRPr>
          </a:p>
        </p:txBody>
      </p:sp>
      <p:sp>
        <p:nvSpPr>
          <p:cNvPr id="40" name="PlaceHolder 1"/>
          <p:cNvSpPr>
            <a:spLocks noGrp="1"/>
          </p:cNvSpPr>
          <p:nvPr>
            <p:ph/>
          </p:nvPr>
        </p:nvSpPr>
        <p:spPr>
          <a:xfrm>
            <a:off x="837720" y="2361960"/>
            <a:ext cx="3770280" cy="3724200"/>
          </a:xfrm>
          <a:prstGeom prst="rect">
            <a:avLst/>
          </a:prstGeom>
          <a:noFill/>
          <a:ln w="0">
            <a:noFill/>
          </a:ln>
        </p:spPr>
        <p:txBody>
          <a:bodyPr lIns="91440" rIns="91440" tIns="45720" bIns="45720" anchor="t">
            <a:normAutofit/>
          </a:bodyPr>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To Select a New Slide Layout, Open the “Layout” Tab to the right </a:t>
            </a:r>
            <a:r>
              <a:rPr lang="en-US" sz="2400" b="0" u="none" strike="noStrike">
                <a:solidFill>
                  <a:srgbClr val="003366"/>
                </a:solidFill>
                <a:effectLst/>
                <a:uFillTx/>
                <a:latin typeface="Wingdings"/>
                <a:ea typeface="Wingdings"/>
              </a:rPr>
              <a:t></a:t>
            </a:r>
            <a:endParaRPr lang="fr-FR" sz="2400" b="0" u="none" strike="noStrike">
              <a:solidFill>
                <a:srgbClr val="003366"/>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You can Use the Font </a:t>
            </a:r>
            <a:r>
              <a:rPr lang="en-US" sz="2400" b="0" u="none" strike="noStrike">
                <a:solidFill>
                  <a:srgbClr val="ff3300"/>
                </a:solidFill>
                <a:effectLst/>
                <a:uFillTx/>
                <a:latin typeface="Arial"/>
              </a:rPr>
              <a:t>Color </a:t>
            </a:r>
            <a:r>
              <a:rPr lang="en-US" sz="2400" b="0" u="none" strike="noStrike">
                <a:solidFill>
                  <a:srgbClr val="003366"/>
                </a:solidFill>
                <a:effectLst/>
                <a:uFillTx/>
                <a:latin typeface="Arial"/>
              </a:rPr>
              <a:t>drop down menu to change the text color </a:t>
            </a:r>
            <a:endParaRPr lang="fr-FR" sz="2400" b="0" u="none" strike="noStrike">
              <a:solidFill>
                <a:srgbClr val="003366"/>
              </a:solidFill>
              <a:effectLst/>
              <a:uFillTx/>
              <a:latin typeface="Arial"/>
            </a:endParaRPr>
          </a:p>
        </p:txBody>
      </p:sp>
      <p:sp>
        <p:nvSpPr>
          <p:cNvPr id="41" name="PlaceHolder 2"/>
          <p:cNvSpPr>
            <a:spLocks noGrp="1"/>
          </p:cNvSpPr>
          <p:nvPr>
            <p:ph/>
          </p:nvPr>
        </p:nvSpPr>
        <p:spPr>
          <a:xfrm>
            <a:off x="4760640" y="2361960"/>
            <a:ext cx="3770280" cy="3724200"/>
          </a:xfrm>
          <a:prstGeom prst="rect">
            <a:avLst/>
          </a:prstGeom>
          <a:noFill/>
          <a:ln w="0">
            <a:noFill/>
          </a:ln>
        </p:spPr>
        <p:txBody>
          <a:bodyPr lIns="91440" rIns="91440" tIns="45720" bIns="45720" anchor="t">
            <a:normAutofit/>
          </a:bodyPr>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Use the Drop Down </a:t>
            </a:r>
            <a:r>
              <a:rPr lang="en-US" sz="2400" b="0" u="none" strike="noStrike">
                <a:solidFill>
                  <a:srgbClr val="003366"/>
                </a:solidFill>
                <a:effectLst/>
                <a:uFillTx/>
                <a:latin typeface="BankGothic Lt BT"/>
              </a:rPr>
              <a:t>Font</a:t>
            </a:r>
            <a:r>
              <a:rPr lang="en-US" sz="2400" b="0" u="none" strike="noStrike">
                <a:solidFill>
                  <a:srgbClr val="003366"/>
                </a:solidFill>
                <a:effectLst/>
                <a:uFillTx/>
                <a:latin typeface="Arial"/>
              </a:rPr>
              <a:t> and </a:t>
            </a:r>
            <a:r>
              <a:rPr lang="en-US" sz="4000" b="0" u="none" strike="noStrike">
                <a:solidFill>
                  <a:srgbClr val="003366"/>
                </a:solidFill>
                <a:effectLst/>
                <a:uFillTx/>
                <a:latin typeface="Arial"/>
              </a:rPr>
              <a:t>Size</a:t>
            </a:r>
            <a:r>
              <a:rPr lang="en-US" sz="2400" b="0" u="none" strike="noStrike">
                <a:solidFill>
                  <a:srgbClr val="003366"/>
                </a:solidFill>
                <a:effectLst/>
                <a:uFillTx/>
                <a:latin typeface="Arial"/>
              </a:rPr>
              <a:t> menus above to vary the text</a:t>
            </a:r>
            <a:endParaRPr lang="fr-FR" sz="2400" b="0" u="none" strike="noStrike">
              <a:solidFill>
                <a:srgbClr val="003366"/>
              </a:solidFill>
              <a:effectLst/>
              <a:uFillTx/>
              <a:latin typeface="Arial"/>
            </a:endParaRPr>
          </a:p>
        </p:txBody>
      </p:sp>
      <p:sp>
        <p:nvSpPr>
          <p:cNvPr id="42"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Clip Art Graphics</a:t>
            </a:r>
            <a:endParaRPr lang="fr-FR" sz="3600" b="1" u="none" strike="noStrike">
              <a:solidFill>
                <a:srgbClr val="006666"/>
              </a:solidFill>
              <a:effectLst/>
              <a:uFillTx/>
              <a:latin typeface="Arial"/>
            </a:endParaRPr>
          </a:p>
        </p:txBody>
      </p:sp>
      <p:sp>
        <p:nvSpPr>
          <p:cNvPr id="44" name="PlaceHolder 1"/>
          <p:cNvSpPr>
            <a:spLocks noGrp="1"/>
          </p:cNvSpPr>
          <p:nvPr>
            <p:ph/>
          </p:nvPr>
        </p:nvSpPr>
        <p:spPr>
          <a:xfrm>
            <a:off x="838080" y="2362320"/>
            <a:ext cx="7693200" cy="2286000"/>
          </a:xfrm>
          <a:prstGeom prst="rect">
            <a:avLst/>
          </a:prstGeom>
          <a:noFill/>
          <a:ln w="0">
            <a:noFill/>
          </a:ln>
        </p:spPr>
        <p:txBody>
          <a:bodyPr lIns="91440" rIns="91440" tIns="45720" bIns="45720" anchor="t">
            <a:normAutofit/>
          </a:bodyPr>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To Insert ClipArt, go to “Insert” and put your mouse on “Picture”</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Another Menu will Open, select ClipArt</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Once you Select your Image, You must Position and Resize it with the Mouse</a:t>
            </a:r>
            <a:endParaRPr lang="fr-FR" sz="2800" b="0" u="none" strike="noStrike">
              <a:solidFill>
                <a:srgbClr val="003366"/>
              </a:solidFill>
              <a:effectLst/>
              <a:uFillTx/>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p:txBody>
      </p:sp>
      <p:pic>
        <p:nvPicPr>
          <p:cNvPr id="45" name="Picture 4" descr="j0195384"/>
          <p:cNvPicPr/>
          <p:nvPr/>
        </p:nvPicPr>
        <p:blipFill>
          <a:blip r:embed="rId1"/>
          <a:stretch/>
        </p:blipFill>
        <p:spPr>
          <a:xfrm>
            <a:off x="1676520" y="4572000"/>
            <a:ext cx="1795320" cy="1833480"/>
          </a:xfrm>
          <a:prstGeom prst="rect">
            <a:avLst/>
          </a:prstGeom>
          <a:noFill/>
          <a:ln w="0">
            <a:noFill/>
          </a:ln>
        </p:spPr>
      </p:pic>
      <p:pic>
        <p:nvPicPr>
          <p:cNvPr id="46" name="Picture 5" descr="j0292020"/>
          <p:cNvPicPr/>
          <p:nvPr/>
        </p:nvPicPr>
        <p:blipFill>
          <a:blip r:embed="rId2"/>
          <a:stretch/>
        </p:blipFill>
        <p:spPr>
          <a:xfrm>
            <a:off x="5791320" y="4648320"/>
            <a:ext cx="1868400" cy="1773000"/>
          </a:xfrm>
          <a:prstGeom prst="rect">
            <a:avLst/>
          </a:prstGeom>
          <a:noFill/>
          <a:ln w="0">
            <a:noFill/>
          </a:ln>
        </p:spPr>
      </p:pic>
      <p:sp>
        <p:nvSpPr>
          <p:cNvPr id="47"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File Graphics</a:t>
            </a:r>
            <a:endParaRPr lang="fr-FR" sz="3600" b="1" u="none" strike="noStrike">
              <a:solidFill>
                <a:srgbClr val="006666"/>
              </a:solidFill>
              <a:effectLst/>
              <a:uFillTx/>
              <a:latin typeface="Arial"/>
            </a:endParaRPr>
          </a:p>
        </p:txBody>
      </p:sp>
      <p:sp>
        <p:nvSpPr>
          <p:cNvPr id="49" name="PlaceHolder 1"/>
          <p:cNvSpPr>
            <a:spLocks noGrp="1"/>
          </p:cNvSpPr>
          <p:nvPr>
            <p:ph/>
          </p:nvPr>
        </p:nvSpPr>
        <p:spPr>
          <a:xfrm>
            <a:off x="838080" y="2361960"/>
            <a:ext cx="7693200" cy="2361960"/>
          </a:xfrm>
          <a:prstGeom prst="rect">
            <a:avLst/>
          </a:prstGeom>
          <a:noFill/>
          <a:ln w="0">
            <a:noFill/>
          </a:ln>
        </p:spPr>
        <p:txBody>
          <a:bodyPr lIns="91440" rIns="91440" tIns="45720" bIns="45720" anchor="t">
            <a:normAutofit/>
          </a:bodyPr>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To Insert a File Image, go to “Insert” and put your mouse on “Picture”</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Another Menu will Open, select “From File”</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Once you Select your Image, You must Position and Resize it with the Mouse</a:t>
            </a:r>
            <a:endParaRPr lang="fr-FR" sz="2800" b="0" u="none" strike="noStrike">
              <a:solidFill>
                <a:srgbClr val="003366"/>
              </a:solidFill>
              <a:effectLst/>
              <a:uFillTx/>
              <a:latin typeface="Arial"/>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p:txBody>
      </p:sp>
      <p:pic>
        <p:nvPicPr>
          <p:cNvPr id="50" name="Picture 4" descr="staff03"/>
          <p:cNvPicPr/>
          <p:nvPr/>
        </p:nvPicPr>
        <p:blipFill>
          <a:blip r:embed="rId1"/>
          <a:stretch/>
        </p:blipFill>
        <p:spPr>
          <a:xfrm>
            <a:off x="5943600" y="4572000"/>
            <a:ext cx="2209680" cy="1989000"/>
          </a:xfrm>
          <a:prstGeom prst="rect">
            <a:avLst/>
          </a:prstGeom>
          <a:noFill/>
          <a:ln w="0">
            <a:noFill/>
          </a:ln>
        </p:spPr>
      </p:pic>
      <p:pic>
        <p:nvPicPr>
          <p:cNvPr id="51" name="Picture 5" descr="blob"/>
          <p:cNvPicPr/>
          <p:nvPr/>
        </p:nvPicPr>
        <p:blipFill>
          <a:blip r:embed="rId2"/>
          <a:stretch/>
        </p:blipFill>
        <p:spPr>
          <a:xfrm>
            <a:off x="1295280" y="4572000"/>
            <a:ext cx="2895840" cy="1968480"/>
          </a:xfrm>
          <a:prstGeom prst="rect">
            <a:avLst/>
          </a:prstGeom>
          <a:noFill/>
          <a:ln w="0">
            <a:noFill/>
          </a:ln>
        </p:spPr>
      </p:pic>
      <p:sp>
        <p:nvSpPr>
          <p:cNvPr id="52"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Animated Text (Manual)</a:t>
            </a:r>
            <a:endParaRPr lang="fr-FR" sz="3600" b="1" u="none" strike="noStrike">
              <a:solidFill>
                <a:srgbClr val="006666"/>
              </a:solidFill>
              <a:effectLst/>
              <a:uFillTx/>
              <a:latin typeface="Arial"/>
            </a:endParaRPr>
          </a:p>
        </p:txBody>
      </p:sp>
      <p:sp>
        <p:nvSpPr>
          <p:cNvPr id="54" name="PlaceHolder 1"/>
          <p:cNvSpPr>
            <a:spLocks noGrp="1"/>
          </p:cNvSpPr>
          <p:nvPr>
            <p:ph/>
          </p:nvPr>
        </p:nvSpPr>
        <p:spPr>
          <a:xfrm>
            <a:off x="838080" y="2361960"/>
            <a:ext cx="7925040" cy="3724200"/>
          </a:xfrm>
          <a:prstGeom prst="rect">
            <a:avLst/>
          </a:prstGeom>
          <a:noFill/>
          <a:ln w="0">
            <a:noFill/>
          </a:ln>
        </p:spPr>
        <p:txBody>
          <a:bodyPr lIns="91440" rIns="91440" tIns="45720" bIns="45720" anchor="t">
            <a:normAutofit/>
          </a:bodyPr>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1) Set Up your Slide the Way You Want</a:t>
            </a:r>
            <a:endParaRPr lang="fr-FR" sz="2400" b="0" u="none" strike="noStrike">
              <a:solidFill>
                <a:srgbClr val="003366"/>
              </a:solidFill>
              <a:effectLst/>
              <a:uFillTx/>
              <a:latin typeface="Arial"/>
            </a:endParaRPr>
          </a:p>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2) Go to “Slide Show” </a:t>
            </a:r>
            <a:endParaRPr lang="fr-FR" sz="2400" b="0" u="none" strike="noStrike">
              <a:solidFill>
                <a:srgbClr val="003366"/>
              </a:solidFill>
              <a:effectLst/>
              <a:uFillTx/>
              <a:latin typeface="Arial"/>
            </a:endParaRPr>
          </a:p>
          <a:p>
            <a:pPr marL="743040" lvl="1" indent="-285840">
              <a:lnSpc>
                <a:spcPct val="80000"/>
              </a:lnSpc>
              <a:spcBef>
                <a:spcPts val="499"/>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and select “Custom Animation”</a:t>
            </a:r>
            <a:endParaRPr lang="fr-FR" sz="2000" b="0" u="none" strike="noStrike">
              <a:solidFill>
                <a:srgbClr val="003366"/>
              </a:solidFill>
              <a:effectLst/>
              <a:uFillTx/>
              <a:latin typeface="Arial"/>
            </a:endParaRPr>
          </a:p>
          <a:p>
            <a:pPr marL="343080" indent="-34308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000" b="0" u="none" strike="noStrike">
              <a:solidFill>
                <a:srgbClr val="003366"/>
              </a:solidFill>
              <a:effectLst/>
              <a:uFillTx/>
              <a:latin typeface="Arial"/>
            </a:endParaRPr>
          </a:p>
        </p:txBody>
      </p:sp>
      <p:sp>
        <p:nvSpPr>
          <p:cNvPr id="55"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 presetClass="entr" fill="hold" nodeType="clickEffect" presetSubtype="8">
                                  <p:stCondLst>
                                    <p:cond delay="0"/>
                                  </p:stCondLst>
                                  <p:childTnLst>
                                    <p:set>
                                      <p:cBhvr>
                                        <p:cTn id="6" dur="1" fill="hold">
                                          <p:stCondLst>
                                            <p:cond delay="0"/>
                                          </p:stCondLst>
                                        </p:cTn>
                                        <p:tgtEl>
                                          <p:spTgt spid="54">
                                            <p:txEl>
                                              <p:pRg st="0" end="0"/>
                                            </p:txEl>
                                          </p:spTgt>
                                        </p:tgtEl>
                                        <p:attrNameLst>
                                          <p:attrName>style.visibility</p:attrName>
                                        </p:attrNameLst>
                                      </p:cBhvr>
                                      <p:to>
                                        <p:strVal val="visible"/>
                                      </p:to>
                                    </p:set>
                                    <p:anim calcmode="lin" valueType="num">
                                      <p:cBhvr additive="base">
                                        <p:cTn id="7" dur="2000" fill="hold"/>
                                        <p:tgtEl>
                                          <p:spTgt spid="54">
                                            <p:txEl>
                                              <p:pRg st="0" end="0"/>
                                            </p:txEl>
                                          </p:spTgt>
                                        </p:tgtEl>
                                        <p:attrNameLst>
                                          <p:attrName>ppt_x</p:attrName>
                                        </p:attrNameLst>
                                      </p:cBhvr>
                                      <p:tavLst>
                                        <p:tav>
                                          <p:val>
                                            <p:strVal val="0-#ppt_w/2"/>
                                          </p:val>
                                        </p:tav>
                                        <p:tav tm="100000">
                                          <p:val>
                                            <p:strVal val="#ppt_x"/>
                                          </p:val>
                                        </p:tav>
                                      </p:tavLst>
                                    </p:anim>
                                    <p:anim calcmode="lin" valueType="num">
                                      <p:cBhvr additive="base">
                                        <p:cTn id="8" dur="2000" fill="hold"/>
                                        <p:tgtEl>
                                          <p:spTgt spid="54">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fill="hold" nodeType="clickEffect" presetSubtype="16">
                                  <p:stCondLst>
                                    <p:cond delay="0"/>
                                  </p:stCondLst>
                                  <p:childTnLst>
                                    <p:set>
                                      <p:cBhvr>
                                        <p:cTn id="12" dur="1" fill="hold">
                                          <p:stCondLst>
                                            <p:cond delay="0"/>
                                          </p:stCondLst>
                                        </p:cTn>
                                        <p:tgtEl>
                                          <p:spTgt spid="54">
                                            <p:txEl>
                                              <p:pRg st="1" end="1"/>
                                            </p:txEl>
                                          </p:spTgt>
                                        </p:tgtEl>
                                        <p:attrNameLst>
                                          <p:attrName>style.visibility</p:attrName>
                                        </p:attrNameLst>
                                      </p:cBhvr>
                                      <p:to>
                                        <p:strVal val="visible"/>
                                      </p:to>
                                    </p:set>
                                    <p:animEffect filter="box(in)" transition="in">
                                      <p:cBhvr additive="repl">
                                        <p:cTn id="13" dur="2000"/>
                                        <p:tgtEl>
                                          <p:spTgt spid="54">
                                            <p:txEl>
                                              <p:pRg st="1" end="1"/>
                                            </p:txEl>
                                          </p:spTgt>
                                        </p:tgtEl>
                                      </p:cBhvr>
                                    </p:animEffect>
                                  </p:childTnLst>
                                </p:cTn>
                              </p:par>
                              <p:par>
                                <p:cTn id="14" presetID="4" presetClass="entr" fill="hold" nodeType="withEffect" presetSubtype="16">
                                  <p:stCondLst>
                                    <p:cond delay="0"/>
                                  </p:stCondLst>
                                  <p:childTnLst>
                                    <p:set>
                                      <p:cBhvr>
                                        <p:cTn id="15" dur="1" fill="hold">
                                          <p:stCondLst>
                                            <p:cond delay="0"/>
                                          </p:stCondLst>
                                        </p:cTn>
                                        <p:tgtEl>
                                          <p:spTgt spid="54">
                                            <p:txEl>
                                              <p:pRg st="2" end="2"/>
                                            </p:txEl>
                                          </p:spTgt>
                                        </p:tgtEl>
                                        <p:attrNameLst>
                                          <p:attrName>style.visibility</p:attrName>
                                        </p:attrNameLst>
                                      </p:cBhvr>
                                      <p:to>
                                        <p:strVal val="visible"/>
                                      </p:to>
                                    </p:set>
                                    <p:animEffect filter="box(in)" transition="in">
                                      <p:cBhvr additive="repl">
                                        <p:cTn id="16" dur="2000"/>
                                        <p:tgtEl>
                                          <p:spTgt spid="5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xit" fill="hold" nodeType="clickEffect" presetSubtype="4">
                                  <p:stCondLst>
                                    <p:cond delay="0"/>
                                  </p:stCondLst>
                                  <p:childTnLst>
                                    <p:anim calcmode="lin" valueType="num">
                                      <p:cBhvr additive="base">
                                        <p:cTn id="20" dur="500"/>
                                        <p:tgtEl>
                                          <p:spTgt spid="54">
                                            <p:txEl>
                                              <p:pRg st="0" end="0"/>
                                            </p:txEl>
                                          </p:spTgt>
                                        </p:tgtEl>
                                        <p:attrNameLst>
                                          <p:attrName>ppt_x</p:attrName>
                                        </p:attrNameLst>
                                      </p:cBhvr>
                                      <p:tavLst>
                                        <p:tav>
                                          <p:val>
                                            <p:strVal val="#ppt_x"/>
                                          </p:val>
                                        </p:tav>
                                        <p:tav tm="100000">
                                          <p:val>
                                            <p:strVal val="#ppt_x"/>
                                          </p:val>
                                        </p:tav>
                                      </p:tavLst>
                                    </p:anim>
                                    <p:anim calcmode="lin" valueType="num">
                                      <p:cBhvr additive="base">
                                        <p:cTn id="21" dur="500"/>
                                        <p:tgtEl>
                                          <p:spTgt spid="54">
                                            <p:txEl>
                                              <p:pRg st="0" end="0"/>
                                            </p:txEl>
                                          </p:spTgt>
                                        </p:tgtEl>
                                        <p:attrNameLst>
                                          <p:attrName>ppt_y</p:attrName>
                                        </p:attrNameLst>
                                      </p:cBhvr>
                                      <p:tavLst>
                                        <p:tav>
                                          <p:val>
                                            <p:strVal val="#ppt_y"/>
                                          </p:val>
                                        </p:tav>
                                        <p:tav tm="100000">
                                          <p:val>
                                            <p:strVal val="1+#ppt_h/2"/>
                                          </p:val>
                                        </p:tav>
                                      </p:tavLst>
                                    </p:anim>
                                    <p:set>
                                      <p:cBhvr>
                                        <p:cTn id="22" dur="1" fill="hold">
                                          <p:stCondLst>
                                            <p:cond delay="499"/>
                                          </p:stCondLst>
                                        </p:cTn>
                                        <p:tgtEl>
                                          <p:spTgt spid="54">
                                            <p:txEl>
                                              <p:pRg st="0" end="0"/>
                                            </p:txEl>
                                          </p:spTgt>
                                        </p:tgtEl>
                                        <p:attrNameLst>
                                          <p:attrName>style.visibility</p:attrName>
                                        </p:attrNameLst>
                                      </p:cBhvr>
                                      <p:to>
                                        <p:strVal val="hidden"/>
                                      </p:to>
                                    </p:set>
                                  </p:childTnLst>
                                </p:cTn>
                              </p:par>
                              <p:par>
                                <p:cTn id="23" presetID="2" presetClass="exit" fill="hold" nodeType="withEffect" presetSubtype="4">
                                  <p:stCondLst>
                                    <p:cond delay="0"/>
                                  </p:stCondLst>
                                  <p:childTnLst>
                                    <p:anim calcmode="lin" valueType="num">
                                      <p:cBhvr additive="base">
                                        <p:cTn id="24" dur="500"/>
                                        <p:tgtEl>
                                          <p:spTgt spid="54">
                                            <p:txEl>
                                              <p:pRg st="1" end="1"/>
                                            </p:txEl>
                                          </p:spTgt>
                                        </p:tgtEl>
                                        <p:attrNameLst>
                                          <p:attrName>ppt_x</p:attrName>
                                        </p:attrNameLst>
                                      </p:cBhvr>
                                      <p:tavLst>
                                        <p:tav>
                                          <p:val>
                                            <p:strVal val="#ppt_x"/>
                                          </p:val>
                                        </p:tav>
                                        <p:tav tm="100000">
                                          <p:val>
                                            <p:strVal val="#ppt_x"/>
                                          </p:val>
                                        </p:tav>
                                      </p:tavLst>
                                    </p:anim>
                                    <p:anim calcmode="lin" valueType="num">
                                      <p:cBhvr additive="base">
                                        <p:cTn id="25" dur="500"/>
                                        <p:tgtEl>
                                          <p:spTgt spid="54">
                                            <p:txEl>
                                              <p:pRg st="1" end="1"/>
                                            </p:txEl>
                                          </p:spTgt>
                                        </p:tgtEl>
                                        <p:attrNameLst>
                                          <p:attrName>ppt_y</p:attrName>
                                        </p:attrNameLst>
                                      </p:cBhvr>
                                      <p:tavLst>
                                        <p:tav>
                                          <p:val>
                                            <p:strVal val="#ppt_y"/>
                                          </p:val>
                                        </p:tav>
                                        <p:tav tm="100000">
                                          <p:val>
                                            <p:strVal val="1+#ppt_h/2"/>
                                          </p:val>
                                        </p:tav>
                                      </p:tavLst>
                                    </p:anim>
                                    <p:set>
                                      <p:cBhvr>
                                        <p:cTn id="26" dur="1" fill="hold">
                                          <p:stCondLst>
                                            <p:cond delay="499"/>
                                          </p:stCondLst>
                                        </p:cTn>
                                        <p:tgtEl>
                                          <p:spTgt spid="54">
                                            <p:txEl>
                                              <p:pRg st="1" end="1"/>
                                            </p:txEl>
                                          </p:spTgt>
                                        </p:tgtEl>
                                        <p:attrNameLst>
                                          <p:attrName>style.visibility</p:attrName>
                                        </p:attrNameLst>
                                      </p:cBhvr>
                                      <p:to>
                                        <p:strVal val="hidden"/>
                                      </p:to>
                                    </p:set>
                                  </p:childTnLst>
                                </p:cTn>
                              </p:par>
                              <p:par>
                                <p:cTn id="27" presetID="2" presetClass="exit" fill="hold" nodeType="withEffect" presetSubtype="4">
                                  <p:stCondLst>
                                    <p:cond delay="0"/>
                                  </p:stCondLst>
                                  <p:childTnLst>
                                    <p:anim calcmode="lin" valueType="num">
                                      <p:cBhvr additive="base">
                                        <p:cTn id="28" dur="500"/>
                                        <p:tgtEl>
                                          <p:spTgt spid="54">
                                            <p:txEl>
                                              <p:pRg st="2" end="2"/>
                                            </p:txEl>
                                          </p:spTgt>
                                        </p:tgtEl>
                                        <p:attrNameLst>
                                          <p:attrName>ppt_x</p:attrName>
                                        </p:attrNameLst>
                                      </p:cBhvr>
                                      <p:tavLst>
                                        <p:tav>
                                          <p:val>
                                            <p:strVal val="#ppt_x"/>
                                          </p:val>
                                        </p:tav>
                                        <p:tav tm="100000">
                                          <p:val>
                                            <p:strVal val="#ppt_x"/>
                                          </p:val>
                                        </p:tav>
                                      </p:tavLst>
                                    </p:anim>
                                    <p:anim calcmode="lin" valueType="num">
                                      <p:cBhvr additive="base">
                                        <p:cTn id="29" dur="500"/>
                                        <p:tgtEl>
                                          <p:spTgt spid="54">
                                            <p:txEl>
                                              <p:pRg st="2" end="2"/>
                                            </p:txEl>
                                          </p:spTgt>
                                        </p:tgtEl>
                                        <p:attrNameLst>
                                          <p:attrName>ppt_y</p:attrName>
                                        </p:attrNameLst>
                                      </p:cBhvr>
                                      <p:tavLst>
                                        <p:tav>
                                          <p:val>
                                            <p:strVal val="#ppt_y"/>
                                          </p:val>
                                        </p:tav>
                                        <p:tav tm="100000">
                                          <p:val>
                                            <p:strVal val="1+#ppt_h/2"/>
                                          </p:val>
                                        </p:tav>
                                      </p:tavLst>
                                    </p:anim>
                                    <p:set>
                                      <p:cBhvr>
                                        <p:cTn id="30" dur="1" fill="hold">
                                          <p:stCondLst>
                                            <p:cond delay="499"/>
                                          </p:stCondLst>
                                        </p:cTn>
                                        <p:tgtEl>
                                          <p:spTgt spid="54">
                                            <p:txEl>
                                              <p:pRg st="2" end="2"/>
                                            </p:txEl>
                                          </p:spTgt>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Using “Canned” Sounds</a:t>
            </a:r>
            <a:endParaRPr lang="fr-FR" sz="3600" b="1" u="none" strike="noStrike">
              <a:solidFill>
                <a:srgbClr val="006666"/>
              </a:solidFill>
              <a:effectLst/>
              <a:uFillTx/>
              <a:latin typeface="Arial"/>
            </a:endParaRPr>
          </a:p>
        </p:txBody>
      </p:sp>
      <p:sp>
        <p:nvSpPr>
          <p:cNvPr id="57" name="PlaceHolder 1"/>
          <p:cNvSpPr>
            <a:spLocks noGrp="1"/>
          </p:cNvSpPr>
          <p:nvPr>
            <p:ph/>
          </p:nvPr>
        </p:nvSpPr>
        <p:spPr>
          <a:xfrm>
            <a:off x="838080" y="2361960"/>
            <a:ext cx="7693200" cy="3724200"/>
          </a:xfrm>
          <a:prstGeom prst="rect">
            <a:avLst/>
          </a:prstGeom>
          <a:noFill/>
          <a:ln w="0">
            <a:noFill/>
          </a:ln>
        </p:spPr>
        <p:txBody>
          <a:bodyPr lIns="91440" rIns="91440" tIns="45720" bIns="45720" anchor="t">
            <a:normAutofit/>
          </a:bodyPr>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To Add a Sound Clip to Your Slide, go to “Insert” and Extend the Menu if Necessary</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Place your Mouse over “Movies and Sounds”</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Select “Sound From Clip Organizer” to use the “canned sounds” provided by Office</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Select Your Sound to the Right </a:t>
            </a:r>
            <a:r>
              <a:rPr lang="en-US" sz="2800" b="0" u="none" strike="noStrike">
                <a:solidFill>
                  <a:srgbClr val="003366"/>
                </a:solidFill>
                <a:effectLst/>
                <a:uFillTx/>
                <a:latin typeface="Wingdings"/>
                <a:ea typeface="Wingdings"/>
              </a:rPr>
              <a:t></a:t>
            </a:r>
            <a:r>
              <a:rPr lang="en-US" sz="2800" b="0" u="none" strike="noStrike">
                <a:solidFill>
                  <a:srgbClr val="003366"/>
                </a:solidFill>
                <a:effectLst/>
                <a:uFillTx/>
                <a:latin typeface="Arial"/>
              </a:rPr>
              <a:t> and then Choose Whether to Play it Automatically or on Click</a:t>
            </a:r>
            <a:endParaRPr lang="fr-FR" sz="2800" b="0" u="none" strike="noStrike">
              <a:solidFill>
                <a:srgbClr val="003366"/>
              </a:solidFill>
              <a:effectLst/>
              <a:uFillTx/>
              <a:latin typeface="Arial"/>
            </a:endParaRPr>
          </a:p>
        </p:txBody>
      </p:sp>
      <p:pic>
        <p:nvPicPr>
          <p:cNvPr id="58" name="Picture 7"/>
          <p:cNvPicPr/>
          <p:nvPr/>
        </p:nvPicPr>
        <p:blipFill>
          <a:blip r:embed="rId1"/>
          <a:stretch/>
        </p:blipFill>
        <p:spPr>
          <a:xfrm>
            <a:off x="8305920" y="304920"/>
            <a:ext cx="304560" cy="304560"/>
          </a:xfrm>
          <a:prstGeom prst="rect">
            <a:avLst/>
          </a:prstGeom>
          <a:noFill/>
          <a:ln w="0">
            <a:noFill/>
          </a:ln>
        </p:spPr>
      </p:pic>
      <p:sp>
        <p:nvSpPr>
          <p:cNvPr id="59"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p:transition>
    <p:randomBar dir="vert"/>
  </p:transition>
  <p:timing>
    <p:tnLst>
      <p:par>
        <p:cTn id="31" dur="indefinite" restart="never" nodeType="tmRoot">
          <p:childTnLst>
            <p:seq>
              <p:cTn id="32" dur="indefinite" nodeType="mainSeq">
                <p:childTnLst>
                  <p:par>
                    <p:cTn id="33" fill="hold">
                      <p:stCondLst>
                        <p:cond delay="0"/>
                      </p:stCondLst>
                      <p:childTnLst>
                        <p:par>
                          <p:cTn id="34" fill="hold">
                            <p:stCondLst>
                              <p:cond delay="0"/>
                            </p:stCondLst>
                            <p:childTnLst>
                              <p:par>
                                <p:cTn id="35" presetID="1" presetClass="mediacall" fill="hold" nodeType="afterEffect">
                                  <p:stCondLst>
                                    <p:cond delay="0"/>
                                  </p:stCondLst>
                                  <p:childTnLst>
                                    <p:cmd type="call" cmd="playFrom(0.0)">
                                      <p:cBhvr>
                                        <p:cTn id="36" dur="4745" fill="hold"/>
                                        <p:tgtEl>
                                          <p:spTgt spid="58"/>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Using Sound Files</a:t>
            </a:r>
            <a:endParaRPr lang="fr-FR" sz="3600" b="1" u="none" strike="noStrike">
              <a:solidFill>
                <a:srgbClr val="006666"/>
              </a:solidFill>
              <a:effectLst/>
              <a:uFillTx/>
              <a:latin typeface="Arial"/>
            </a:endParaRPr>
          </a:p>
        </p:txBody>
      </p:sp>
      <p:sp>
        <p:nvSpPr>
          <p:cNvPr id="61" name="PlaceHolder 1"/>
          <p:cNvSpPr>
            <a:spLocks noGrp="1"/>
          </p:cNvSpPr>
          <p:nvPr>
            <p:ph/>
          </p:nvPr>
        </p:nvSpPr>
        <p:spPr>
          <a:xfrm>
            <a:off x="838080" y="2361960"/>
            <a:ext cx="7693200" cy="3724200"/>
          </a:xfrm>
          <a:prstGeom prst="rect">
            <a:avLst/>
          </a:prstGeom>
          <a:noFill/>
          <a:ln w="0">
            <a:noFill/>
          </a:ln>
        </p:spPr>
        <p:txBody>
          <a:bodyPr lIns="91440" rIns="91440" tIns="45720" bIns="4572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To Use a Sound File of Your Own, Follow the Same Process Except this time Select “Sound From File”</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Choose the File from the File Browser</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Notice a Small Speaker Icon is Inserted with any Sound, This WILL BE VISIBLE during the Slide Show so Position it Accordingly</a:t>
            </a:r>
            <a:endParaRPr lang="fr-FR" sz="2800" b="0" u="none" strike="noStrike">
              <a:solidFill>
                <a:srgbClr val="003366"/>
              </a:solidFill>
              <a:effectLst/>
              <a:uFillTx/>
              <a:latin typeface="Arial"/>
            </a:endParaRPr>
          </a:p>
        </p:txBody>
      </p:sp>
      <p:pic>
        <p:nvPicPr>
          <p:cNvPr id="62" name="Picture 4" descr="HAL-Console"/>
          <p:cNvPicPr/>
          <p:nvPr/>
        </p:nvPicPr>
        <p:blipFill>
          <a:blip r:embed="rId1"/>
          <a:stretch/>
        </p:blipFill>
        <p:spPr>
          <a:xfrm>
            <a:off x="5257800" y="152280"/>
            <a:ext cx="3657600" cy="2286000"/>
          </a:xfrm>
          <a:prstGeom prst="rect">
            <a:avLst/>
          </a:prstGeom>
          <a:noFill/>
          <a:ln w="0">
            <a:noFill/>
          </a:ln>
        </p:spPr>
      </p:pic>
      <p:pic>
        <p:nvPicPr>
          <p:cNvPr id="63" name="Picture 5"/>
          <p:cNvPicPr/>
          <p:nvPr/>
        </p:nvPicPr>
        <p:blipFill>
          <a:blip r:embed="rId2"/>
          <a:stretch/>
        </p:blipFill>
        <p:spPr>
          <a:xfrm>
            <a:off x="6934320" y="380880"/>
            <a:ext cx="304560" cy="304920"/>
          </a:xfrm>
          <a:prstGeom prst="rect">
            <a:avLst/>
          </a:prstGeom>
          <a:noFill/>
          <a:ln w="0">
            <a:noFill/>
          </a:ln>
        </p:spPr>
      </p:pic>
      <p:sp>
        <p:nvSpPr>
          <p:cNvPr id="64" name="AutoShape 6">
            <a:hlinkClick r:id="rId3" action="ppaction://hlinksldjump"/>
          </p:cNvPr>
          <p:cNvSpPr/>
          <p:nvPr/>
        </p:nvSpPr>
        <p:spPr>
          <a:xfrm>
            <a:off x="7848720" y="6172200"/>
            <a:ext cx="533160" cy="457200"/>
          </a:xfrm>
          <a:custGeom>
            <a:avLst/>
            <a:gdLst>
              <a:gd name="textAreaLeft" fmla="*/ 29520 w 533160"/>
              <a:gd name="textAreaRight" fmla="*/ 503640 w 533160"/>
              <a:gd name="textAreaTop" fmla="*/ 29520 h 457200"/>
              <a:gd name="textAreaBottom" fmla="*/ 427680 h 457200"/>
            </a:gdLst>
            <a:ahLst/>
            <a:cxnLst/>
            <a:rect l="textAreaLeft" t="textAreaTop" r="textAreaRight" b="textAreaBottom"/>
            <a:pathLst>
              <a:path w="25186" h="21600">
                <a:moveTo>
                  <a:pt x="0" y="0"/>
                </a:moveTo>
                <a:lnTo>
                  <a:pt x="25186" y="0"/>
                </a:lnTo>
                <a:lnTo>
                  <a:pt x="25186" y="21600"/>
                </a:lnTo>
                <a:lnTo>
                  <a:pt x="0" y="21600"/>
                </a:lnTo>
                <a:close/>
              </a:path>
              <a:path fill="lightenLess" w="25186" h="21600">
                <a:moveTo>
                  <a:pt x="0" y="0"/>
                </a:moveTo>
                <a:lnTo>
                  <a:pt x="25186" y="0"/>
                </a:lnTo>
                <a:lnTo>
                  <a:pt x="23786" y="1400"/>
                </a:lnTo>
                <a:lnTo>
                  <a:pt x="1400" y="1400"/>
                </a:lnTo>
                <a:close/>
              </a:path>
              <a:path fill="darken" w="25186" h="21600">
                <a:moveTo>
                  <a:pt x="25186" y="0"/>
                </a:moveTo>
                <a:lnTo>
                  <a:pt x="25186" y="21600"/>
                </a:lnTo>
                <a:lnTo>
                  <a:pt x="23786" y="20200"/>
                </a:lnTo>
                <a:lnTo>
                  <a:pt x="23786" y="1400"/>
                </a:lnTo>
                <a:close/>
              </a:path>
              <a:path fill="darkenLess" w="25186" h="21600">
                <a:moveTo>
                  <a:pt x="25186" y="21600"/>
                </a:moveTo>
                <a:lnTo>
                  <a:pt x="0" y="21600"/>
                </a:lnTo>
                <a:lnTo>
                  <a:pt x="1400" y="20200"/>
                </a:lnTo>
                <a:lnTo>
                  <a:pt x="23786" y="20200"/>
                </a:lnTo>
                <a:close/>
              </a:path>
              <a:path fill="lighten" w="25186" h="21600">
                <a:moveTo>
                  <a:pt x="0" y="21600"/>
                </a:moveTo>
                <a:lnTo>
                  <a:pt x="0" y="0"/>
                </a:lnTo>
                <a:lnTo>
                  <a:pt x="1400" y="1400"/>
                </a:lnTo>
                <a:lnTo>
                  <a:pt x="1400" y="20200"/>
                </a:lnTo>
                <a:close/>
              </a:path>
              <a:path fill="darken" w="25186" h="21600">
                <a:moveTo>
                  <a:pt x="5586" y="3794"/>
                </a:moveTo>
                <a:lnTo>
                  <a:pt x="19599" y="10800"/>
                </a:lnTo>
                <a:lnTo>
                  <a:pt x="5586" y="17806"/>
                </a:lnTo>
                <a:close/>
              </a:path>
            </a:pathLst>
          </a:custGeom>
          <a:solidFill>
            <a:srgbClr val="00ff00"/>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65" name="Text Box 7"/>
          <p:cNvSpPr/>
          <p:nvPr/>
        </p:nvSpPr>
        <p:spPr>
          <a:xfrm>
            <a:off x="4191120" y="6248520"/>
            <a:ext cx="3657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800" b="0" u="none" strike="noStrike">
                <a:solidFill>
                  <a:srgbClr val="003366"/>
                </a:solidFill>
                <a:effectLst/>
                <a:uFillTx/>
                <a:latin typeface="Arial"/>
              </a:rPr>
              <a:t>Jump Back To “Action Buttons”…</a:t>
            </a:r>
            <a:endParaRPr lang="fr-FR" sz="1800" b="0" u="none" strike="noStrike">
              <a:solidFill>
                <a:srgbClr val="003366"/>
              </a:solidFill>
              <a:effectLst/>
              <a:uFillTx/>
              <a:latin typeface="Arial"/>
            </a:endParaRPr>
          </a:p>
        </p:txBody>
      </p:sp>
      <p:sp>
        <p:nvSpPr>
          <p:cNvPr id="66"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timing>
    <p:tnLst>
      <p:par>
        <p:cTn id="37" dur="indefinite" restart="never" nodeType="tmRoot">
          <p:childTnLst>
            <p:seq>
              <p:cTn id="38" restart="whenNotActive" fill="hold" nodeType="interactiveSeq">
                <p:stCondLst>
                  <p:cond evt="onClick">
                    <p:tgtEl>
                      <p:spTgt spid="63"/>
                    </p:tgtEl>
                  </p:cond>
                </p:stCondLst>
                <p:childTnLst>
                  <p:par>
                    <p:cTn id="39" fill="hold">
                      <p:stCondLst>
                        <p:cond evt="onClick">
                          <p:tgtEl>
                            <p:spTgt spid="63"/>
                          </p:tgtEl>
                        </p:cond>
                      </p:stCondLst>
                      <p:childTnLst>
                        <p:par>
                          <p:cTn id="40" fill="hold">
                            <p:stCondLst>
                              <p:cond delay="0"/>
                            </p:stCondLst>
                            <p:childTnLst>
                              <p:par>
                                <p:cTn id="41" presetID="1" presetClass="mediacall" fill="hold" nodeType="clickEffect">
                                  <p:stCondLst>
                                    <p:cond delay="0"/>
                                  </p:stCondLst>
                                  <p:childTnLst>
                                    <p:cmd type="call" cmd="playFrom(0.0)">
                                      <p:cBhvr>
                                        <p:cTn id="42" dur="7290" fill="hold"/>
                                        <p:tgtEl>
                                          <p:spTgt spid="63"/>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AutoShapes</a:t>
            </a:r>
            <a:endParaRPr lang="fr-FR" sz="3600" b="1" u="none" strike="noStrike">
              <a:solidFill>
                <a:srgbClr val="006666"/>
              </a:solidFill>
              <a:effectLst/>
              <a:uFillTx/>
              <a:latin typeface="Arial"/>
            </a:endParaRPr>
          </a:p>
        </p:txBody>
      </p:sp>
      <p:sp>
        <p:nvSpPr>
          <p:cNvPr id="68" name="PlaceHolder 1"/>
          <p:cNvSpPr>
            <a:spLocks noGrp="1"/>
          </p:cNvSpPr>
          <p:nvPr>
            <p:ph/>
          </p:nvPr>
        </p:nvSpPr>
        <p:spPr>
          <a:xfrm>
            <a:off x="838080" y="2361960"/>
            <a:ext cx="7693200" cy="3724200"/>
          </a:xfrm>
          <a:prstGeom prst="rect">
            <a:avLst/>
          </a:prstGeom>
          <a:noFill/>
          <a:ln w="0">
            <a:noFill/>
          </a:ln>
        </p:spPr>
        <p:txBody>
          <a:bodyPr lIns="91440" rIns="91440" tIns="45720" bIns="45720" anchor="t">
            <a:normAutofit/>
          </a:bodyPr>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AutoShapes are Convenient for Making Quick Illustrations or Diagrams such as Flow Charts</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Go to “Insert” and place your Mouse Over “Picture”</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Select “AutoShapes” and a Small Floating Menu Will Appear in the Editing Area</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Click on a Category of AutoShapes to see what Shapes are Available</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Click the Desired Shape from the Drop-Down and Draw it on Your Screen</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After Drawing an AutoShape, you and Position and Resize it as you Please</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Double-Click on an AutoShape to Change its Color and Other Options</a:t>
            </a:r>
            <a:endParaRPr lang="fr-FR" sz="2000" b="0" u="none" strike="noStrike">
              <a:solidFill>
                <a:srgbClr val="003366"/>
              </a:solidFill>
              <a:effectLst/>
              <a:uFillTx/>
              <a:latin typeface="Arial"/>
            </a:endParaRPr>
          </a:p>
          <a:p>
            <a:pPr marL="343080" indent="-34308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000" b="0" u="none" strike="noStrike">
              <a:solidFill>
                <a:srgbClr val="003366"/>
              </a:solidFill>
              <a:effectLst/>
              <a:uFillTx/>
              <a:latin typeface="Arial"/>
            </a:endParaRPr>
          </a:p>
        </p:txBody>
      </p:sp>
      <p:sp>
        <p:nvSpPr>
          <p:cNvPr id="69" name="AutoShape 4"/>
          <p:cNvSpPr/>
          <p:nvPr/>
        </p:nvSpPr>
        <p:spPr>
          <a:xfrm>
            <a:off x="7620120" y="1066680"/>
            <a:ext cx="685800" cy="685800"/>
          </a:xfrm>
          <a:prstGeom prst="smileyFace">
            <a:avLst>
              <a:gd name="adj" fmla="val 9282"/>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70" name="AutoShape 5"/>
          <p:cNvSpPr/>
          <p:nvPr/>
        </p:nvSpPr>
        <p:spPr>
          <a:xfrm>
            <a:off x="4648320" y="1066680"/>
            <a:ext cx="685800" cy="685800"/>
          </a:xfrm>
          <a:prstGeom prst="plus">
            <a:avLst>
              <a:gd name="adj" fmla="val 25000"/>
            </a:avLst>
          </a:prstGeom>
          <a:solidFill>
            <a:srgbClr val="ff0000"/>
          </a:solidFill>
          <a:ln w="9360">
            <a:solidFill>
              <a:srgbClr val="ff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71" name="AutoShape 6"/>
          <p:cNvSpPr/>
          <p:nvPr/>
        </p:nvSpPr>
        <p:spPr>
          <a:xfrm>
            <a:off x="3733920" y="1066680"/>
            <a:ext cx="685800" cy="685800"/>
          </a:xfrm>
          <a:prstGeom prst="lightningBolt">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72" name="AutoShape 7"/>
          <p:cNvSpPr/>
          <p:nvPr/>
        </p:nvSpPr>
        <p:spPr>
          <a:xfrm>
            <a:off x="5715000" y="1066680"/>
            <a:ext cx="685800" cy="685800"/>
          </a:xfrm>
          <a:prstGeom prst="upArrow">
            <a:avLst>
              <a:gd name="adj1" fmla="val 50000"/>
              <a:gd name="adj2" fmla="val 25000"/>
            </a:avLst>
          </a:prstGeom>
          <a:solidFill>
            <a:srgbClr val="00ff00"/>
          </a:solidFill>
          <a:ln w="9360">
            <a:solidFill>
              <a:srgbClr val="000000"/>
            </a:solidFill>
            <a:miter/>
          </a:ln>
        </p:spPr>
        <p:style>
          <a:lnRef idx="0"/>
          <a:fillRef idx="0"/>
          <a:effectRef idx="0"/>
          <a:fontRef idx="minor"/>
        </p:style>
        <p:txBody>
          <a:bodyPr wrap="none" lIns="46800" rIns="46800" tIns="90000" bIns="90000" anchor="ctr" anchorCtr="1" vert="eaVe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73" name="AutoShape 8"/>
          <p:cNvSpPr/>
          <p:nvPr/>
        </p:nvSpPr>
        <p:spPr>
          <a:xfrm>
            <a:off x="6705720" y="1066680"/>
            <a:ext cx="685800" cy="685800"/>
          </a:xfrm>
          <a:custGeom>
            <a:avLst/>
            <a:gdLst>
              <a:gd name="GluePoint1X" fmla="*/ 10887075 w 21600"/>
              <a:gd name="GluePoint1Y" fmla="*/ 0 h 21600"/>
              <a:gd name="GluePoint2X" fmla="*/ 3188494 w 21600"/>
              <a:gd name="GluePoint2Y" fmla="*/ 3188494 h 21600"/>
              <a:gd name="GluePoint3X" fmla="*/ 0 w 21600"/>
              <a:gd name="GluePoint3Y" fmla="*/ 10887075 h 21600"/>
              <a:gd name="GluePoint4X" fmla="*/ 3188494 w 21600"/>
              <a:gd name="GluePoint4Y" fmla="*/ 18585657 h 21600"/>
              <a:gd name="GluePoint5X" fmla="*/ 10887075 w 21600"/>
              <a:gd name="GluePoint5Y" fmla="*/ 21774150 h 21600"/>
              <a:gd name="GluePoint6X" fmla="*/ 18585657 w 21600"/>
              <a:gd name="GluePoint6Y" fmla="*/ 18585657 h 21600"/>
              <a:gd name="GluePoint7X" fmla="*/ 21774150 w 21600"/>
              <a:gd name="GluePoint7Y" fmla="*/ 10887075 h 21600"/>
              <a:gd name="GluePoint8X" fmla="*/ 18585657 w 21600"/>
              <a:gd name="GluePoint8Y" fmla="*/ 3188494 h 21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rgbClr val="8000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74"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Advanced AutoShapes</a:t>
            </a:r>
            <a:endParaRPr lang="fr-FR" sz="3600" b="1" u="none" strike="noStrike">
              <a:solidFill>
                <a:srgbClr val="006666"/>
              </a:solidFill>
              <a:effectLst/>
              <a:uFillTx/>
              <a:latin typeface="Arial"/>
            </a:endParaRPr>
          </a:p>
        </p:txBody>
      </p:sp>
      <p:grpSp>
        <p:nvGrpSpPr>
          <p:cNvPr id="76" name="Group 19"/>
          <p:cNvGrpSpPr/>
          <p:nvPr/>
        </p:nvGrpSpPr>
        <p:grpSpPr>
          <a:xfrm>
            <a:off x="1981080" y="4800600"/>
            <a:ext cx="1523880" cy="1143000"/>
            <a:chOff x="1981080" y="4800600"/>
            <a:chExt cx="1523880" cy="1143000"/>
          </a:xfrm>
        </p:grpSpPr>
        <p:sp>
          <p:nvSpPr>
            <p:cNvPr id="77" name="AutoShape 4"/>
            <p:cNvSpPr/>
            <p:nvPr/>
          </p:nvSpPr>
          <p:spPr>
            <a:xfrm>
              <a:off x="1981080" y="4800600"/>
              <a:ext cx="1523880" cy="1143000"/>
            </a:xfrm>
            <a:prstGeom prst="flowChartProcess">
              <a:avLst/>
            </a:prstGeom>
            <a:solidFill>
              <a:srgbClr val="993300"/>
            </a:solidFill>
            <a:ln w="9360">
              <a:solidFill>
                <a:srgbClr val="003366"/>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78" name="Text Box 10"/>
            <p:cNvSpPr/>
            <p:nvPr/>
          </p:nvSpPr>
          <p:spPr>
            <a:xfrm>
              <a:off x="2057040" y="5181840"/>
              <a:ext cx="1371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800" b="0" u="none" strike="noStrike">
                  <a:solidFill>
                    <a:srgbClr val="ffffff"/>
                  </a:solidFill>
                  <a:effectLst/>
                  <a:uFillTx/>
                  <a:latin typeface="Arial"/>
                </a:rPr>
                <a:t>Phase One</a:t>
              </a:r>
              <a:endParaRPr lang="fr-FR" sz="1800" b="0" u="none" strike="noStrike">
                <a:solidFill>
                  <a:srgbClr val="003366"/>
                </a:solidFill>
                <a:effectLst/>
                <a:uFillTx/>
                <a:latin typeface="Arial"/>
              </a:endParaRPr>
            </a:p>
          </p:txBody>
        </p:sp>
      </p:grpSp>
      <p:grpSp>
        <p:nvGrpSpPr>
          <p:cNvPr id="79" name="Group 22"/>
          <p:cNvGrpSpPr/>
          <p:nvPr/>
        </p:nvGrpSpPr>
        <p:grpSpPr>
          <a:xfrm>
            <a:off x="5638680" y="4800600"/>
            <a:ext cx="1523880" cy="1143000"/>
            <a:chOff x="5638680" y="4800600"/>
            <a:chExt cx="1523880" cy="1143000"/>
          </a:xfrm>
        </p:grpSpPr>
        <p:sp>
          <p:nvSpPr>
            <p:cNvPr id="80" name="AutoShape 6"/>
            <p:cNvSpPr/>
            <p:nvPr/>
          </p:nvSpPr>
          <p:spPr>
            <a:xfrm>
              <a:off x="5638680" y="4800600"/>
              <a:ext cx="1523880" cy="1143000"/>
            </a:xfrm>
            <a:prstGeom prst="flowChartProcess">
              <a:avLst/>
            </a:prstGeom>
            <a:solidFill>
              <a:srgbClr val="00ff00"/>
            </a:solidFill>
            <a:ln w="9360">
              <a:solidFill>
                <a:srgbClr val="003366"/>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81" name="Text Box 13"/>
            <p:cNvSpPr/>
            <p:nvPr/>
          </p:nvSpPr>
          <p:spPr>
            <a:xfrm>
              <a:off x="5714640" y="5181480"/>
              <a:ext cx="1371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800" b="0" u="none" strike="noStrike">
                  <a:solidFill>
                    <a:srgbClr val="ffffff"/>
                  </a:solidFill>
                  <a:effectLst/>
                  <a:uFillTx/>
                  <a:latin typeface="Arial"/>
                </a:rPr>
                <a:t>Phase Two</a:t>
              </a:r>
              <a:endParaRPr lang="fr-FR" sz="1800" b="0" u="none" strike="noStrike">
                <a:solidFill>
                  <a:srgbClr val="003366"/>
                </a:solidFill>
                <a:effectLst/>
                <a:uFillTx/>
                <a:latin typeface="Arial"/>
              </a:endParaRPr>
            </a:p>
          </p:txBody>
        </p:sp>
      </p:grpSp>
      <p:grpSp>
        <p:nvGrpSpPr>
          <p:cNvPr id="82" name="Group 21"/>
          <p:cNvGrpSpPr/>
          <p:nvPr/>
        </p:nvGrpSpPr>
        <p:grpSpPr>
          <a:xfrm>
            <a:off x="3505320" y="4724280"/>
            <a:ext cx="2133000" cy="1202760"/>
            <a:chOff x="3505320" y="4724280"/>
            <a:chExt cx="2133000" cy="1202760"/>
          </a:xfrm>
        </p:grpSpPr>
        <p:grpSp>
          <p:nvGrpSpPr>
            <p:cNvPr id="83" name="Group 20"/>
            <p:cNvGrpSpPr/>
            <p:nvPr/>
          </p:nvGrpSpPr>
          <p:grpSpPr>
            <a:xfrm>
              <a:off x="3505320" y="5029200"/>
              <a:ext cx="2133000" cy="609480"/>
              <a:chOff x="3505320" y="5029200"/>
              <a:chExt cx="2133000" cy="609480"/>
            </a:xfrm>
          </p:grpSpPr>
          <p:sp>
            <p:nvSpPr>
              <p:cNvPr id="84" name="AutoShape 5"/>
              <p:cNvSpPr/>
              <p:nvPr/>
            </p:nvSpPr>
            <p:spPr>
              <a:xfrm>
                <a:off x="3962160" y="5029200"/>
                <a:ext cx="1142640" cy="609480"/>
              </a:xfrm>
              <a:prstGeom prst="flowChartDecision">
                <a:avLst/>
              </a:prstGeom>
              <a:solidFill>
                <a:srgbClr val="ffff00"/>
              </a:solidFill>
              <a:ln w="9360">
                <a:solidFill>
                  <a:srgbClr val="003366"/>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85" name="Line 7"/>
              <p:cNvSpPr/>
              <p:nvPr/>
            </p:nvSpPr>
            <p:spPr>
              <a:xfrm>
                <a:off x="3505320" y="5333760"/>
                <a:ext cx="456840" cy="0"/>
              </a:xfrm>
              <a:prstGeom prst="line">
                <a:avLst/>
              </a:prstGeom>
              <a:ln w="9360">
                <a:solidFill>
                  <a:srgbClr val="003366"/>
                </a:solidFill>
                <a:miter/>
                <a:tailEnd len="med" type="triangle" w="med"/>
              </a:ln>
            </p:spPr>
            <p:style>
              <a:lnRef idx="0"/>
              <a:fillRef idx="0"/>
              <a:effectRef idx="0"/>
              <a:fontRef idx="minor"/>
            </p:style>
            <p:txBody>
              <a:bodyPr lIns="90000" rIns="90000" tIns="-46800" bIns="-46800" anchor="t">
                <a:noAutofit/>
              </a:bodyPr>
              <a:p>
                <a:endParaRPr lang="fr-FR" sz="1800" b="0" u="none" strike="noStrike">
                  <a:solidFill>
                    <a:srgbClr val="003366"/>
                  </a:solidFill>
                  <a:effectLst/>
                  <a:uFillTx/>
                  <a:latin typeface="Arial"/>
                </a:endParaRPr>
              </a:p>
            </p:txBody>
          </p:sp>
          <p:sp>
            <p:nvSpPr>
              <p:cNvPr id="86" name="Line 8"/>
              <p:cNvSpPr/>
              <p:nvPr/>
            </p:nvSpPr>
            <p:spPr>
              <a:xfrm>
                <a:off x="5105160" y="5333760"/>
                <a:ext cx="533160" cy="0"/>
              </a:xfrm>
              <a:prstGeom prst="line">
                <a:avLst/>
              </a:prstGeom>
              <a:ln w="9360">
                <a:solidFill>
                  <a:srgbClr val="003366"/>
                </a:solidFill>
                <a:miter/>
                <a:tailEnd len="med" type="triangle" w="med"/>
              </a:ln>
            </p:spPr>
            <p:style>
              <a:lnRef idx="0"/>
              <a:fillRef idx="0"/>
              <a:effectRef idx="0"/>
              <a:fontRef idx="minor"/>
            </p:style>
            <p:txBody>
              <a:bodyPr lIns="90000" rIns="90000" tIns="-46800" bIns="-46800" anchor="t">
                <a:noAutofit/>
              </a:bodyPr>
              <a:p>
                <a:endParaRPr lang="fr-FR" sz="1800" b="0" u="none" strike="noStrike">
                  <a:solidFill>
                    <a:srgbClr val="003366"/>
                  </a:solidFill>
                  <a:effectLst/>
                  <a:uFillTx/>
                  <a:latin typeface="Arial"/>
                </a:endParaRPr>
              </a:p>
            </p:txBody>
          </p:sp>
        </p:grpSp>
        <p:sp>
          <p:nvSpPr>
            <p:cNvPr id="87" name="Text Box 14"/>
            <p:cNvSpPr/>
            <p:nvPr/>
          </p:nvSpPr>
          <p:spPr>
            <a:xfrm>
              <a:off x="3733560" y="4724280"/>
              <a:ext cx="1599840" cy="1202760"/>
            </a:xfrm>
            <a:prstGeom prst="rect">
              <a:avLst/>
            </a:prstGeom>
            <a:noFill/>
            <a:ln w="0">
              <a:noFill/>
            </a:ln>
          </p:spPr>
          <p:style>
            <a:lnRef idx="0"/>
            <a:fillRef idx="0"/>
            <a:effectRef idx="0"/>
            <a:fontRef idx="minor"/>
          </p:style>
          <p:txBody>
            <a:bodyPr lIns="90000" rIns="90000" tIns="46800" bIns="46800" anchor="t">
              <a:spAutoFit/>
            </a:bodyPr>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800" b="0" u="none" strike="noStrike">
                  <a:solidFill>
                    <a:srgbClr val="003366"/>
                  </a:solidFill>
                  <a:effectLst/>
                  <a:uFillTx/>
                  <a:latin typeface="Arial"/>
                </a:rPr>
                <a:t>Research</a:t>
              </a:r>
              <a:endParaRPr lang="fr-FR" sz="1800" b="0" u="none" strike="noStrike">
                <a:solidFill>
                  <a:srgbClr val="003366"/>
                </a:solidFill>
                <a:effectLst/>
                <a:uFillTx/>
                <a:latin typeface="Arial"/>
              </a:endParaRPr>
            </a:p>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800" b="0" u="none" strike="noStrike">
                  <a:solidFill>
                    <a:srgbClr val="003366"/>
                  </a:solidFill>
                  <a:effectLst/>
                  <a:uFillTx/>
                  <a:latin typeface="Arial"/>
                </a:rPr>
                <a:t>&amp;</a:t>
              </a:r>
              <a:endParaRPr lang="fr-FR" sz="1800" b="0" u="none" strike="noStrike">
                <a:solidFill>
                  <a:srgbClr val="003366"/>
                </a:solidFill>
                <a:effectLst/>
                <a:uFillTx/>
                <a:latin typeface="Arial"/>
              </a:endParaRPr>
            </a:p>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800" b="0" u="none" strike="noStrike">
                  <a:solidFill>
                    <a:srgbClr val="003366"/>
                  </a:solidFill>
                  <a:effectLst/>
                  <a:uFillTx/>
                  <a:latin typeface="Arial"/>
                </a:rPr>
                <a:t>Development</a:t>
              </a:r>
              <a:endParaRPr lang="fr-FR" sz="1800" b="0" u="none" strike="noStrike">
                <a:solidFill>
                  <a:srgbClr val="003366"/>
                </a:solidFill>
                <a:effectLst/>
                <a:uFillTx/>
                <a:latin typeface="Arial"/>
              </a:endParaRPr>
            </a:p>
          </p:txBody>
        </p:sp>
      </p:grpSp>
      <p:sp>
        <p:nvSpPr>
          <p:cNvPr id="88" name="PlaceHolder 1"/>
          <p:cNvSpPr>
            <a:spLocks noGrp="1"/>
          </p:cNvSpPr>
          <p:nvPr>
            <p:ph/>
          </p:nvPr>
        </p:nvSpPr>
        <p:spPr>
          <a:xfrm>
            <a:off x="838080" y="2361960"/>
            <a:ext cx="7693200" cy="3724200"/>
          </a:xfrm>
          <a:prstGeom prst="rect">
            <a:avLst/>
          </a:prstGeom>
          <a:noFill/>
          <a:ln w="0">
            <a:noFill/>
          </a:ln>
        </p:spPr>
        <p:txBody>
          <a:bodyPr lIns="91440" rIns="91440" tIns="45720" bIns="4572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By selecting several AutoShapes and right-clicking, you can group them together.</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800" b="0" u="none" strike="noStrike">
                <a:solidFill>
                  <a:srgbClr val="003366"/>
                </a:solidFill>
                <a:effectLst/>
                <a:uFillTx/>
                <a:latin typeface="Arial"/>
              </a:rPr>
              <a:t>Any of the Custom Animations we Used for Text Sections can be Applied to Groups or Single AutoShapes</a:t>
            </a:r>
            <a:endParaRPr lang="fr-FR" sz="2800" b="0" u="none" strike="noStrike">
              <a:solidFill>
                <a:srgbClr val="003366"/>
              </a:solidFill>
              <a:effectLst/>
              <a:uFillTx/>
              <a:latin typeface="Arial"/>
            </a:endParaRPr>
          </a:p>
        </p:txBody>
      </p:sp>
      <p:sp>
        <p:nvSpPr>
          <p:cNvPr id="89"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timing>
    <p:tnLst>
      <p:par>
        <p:cTn id="43" dur="indefinite" restart="never" nodeType="tmRoot">
          <p:childTnLst>
            <p:seq>
              <p:cTn id="44" dur="indefinite" nodeType="mainSeq">
                <p:childTnLst>
                  <p:par>
                    <p:cTn id="45" fill="hold">
                      <p:stCondLst>
                        <p:cond delay="indefinite"/>
                      </p:stCondLst>
                      <p:childTnLst>
                        <p:par>
                          <p:cTn id="46" fill="hold">
                            <p:stCondLst>
                              <p:cond delay="0"/>
                            </p:stCondLst>
                            <p:childTnLst>
                              <p:par>
                                <p:cTn id="47" presetID="2" presetClass="entr" fill="hold" nodeType="clickEffect" presetSubtype="8">
                                  <p:stCondLst>
                                    <p:cond delay="0"/>
                                  </p:stCondLst>
                                  <p:childTnLst>
                                    <p:set>
                                      <p:cBhvr>
                                        <p:cTn id="48" dur="1" fill="hold">
                                          <p:stCondLst>
                                            <p:cond delay="0"/>
                                          </p:stCondLst>
                                        </p:cTn>
                                        <p:tgtEl>
                                          <p:spTgt spid="76"/>
                                        </p:tgtEl>
                                        <p:attrNameLst>
                                          <p:attrName>style.visibility</p:attrName>
                                        </p:attrNameLst>
                                      </p:cBhvr>
                                      <p:to>
                                        <p:strVal val="visible"/>
                                      </p:to>
                                    </p:set>
                                    <p:anim calcmode="lin" valueType="num">
                                      <p:cBhvr additive="base">
                                        <p:cTn id="49" dur="1000" fill="hold"/>
                                        <p:tgtEl>
                                          <p:spTgt spid="76"/>
                                        </p:tgtEl>
                                        <p:attrNameLst>
                                          <p:attrName>ppt_x</p:attrName>
                                        </p:attrNameLst>
                                      </p:cBhvr>
                                      <p:tavLst>
                                        <p:tav>
                                          <p:val>
                                            <p:strVal val="0-#ppt_w/2"/>
                                          </p:val>
                                        </p:tav>
                                        <p:tav tm="100000">
                                          <p:val>
                                            <p:strVal val="#ppt_x"/>
                                          </p:val>
                                        </p:tav>
                                      </p:tavLst>
                                    </p:anim>
                                    <p:anim calcmode="lin" valueType="num">
                                      <p:cBhvr additive="base">
                                        <p:cTn id="50" dur="1000" fill="hold"/>
                                        <p:tgtEl>
                                          <p:spTgt spid="76"/>
                                        </p:tgtEl>
                                        <p:attrNameLst>
                                          <p:attrName>ppt_y</p:attrName>
                                        </p:attrNameLst>
                                      </p:cBhvr>
                                      <p:tavLst>
                                        <p:tav>
                                          <p:val>
                                            <p:strVal val="#ppt_y"/>
                                          </p:val>
                                        </p:tav>
                                        <p:tav tm="100000">
                                          <p:val>
                                            <p:strVal val="#ppt_y"/>
                                          </p:val>
                                        </p:tav>
                                      </p:tavLst>
                                    </p:anim>
                                  </p:childTnLst>
                                </p:cTn>
                              </p:par>
                            </p:childTnLst>
                          </p:cTn>
                        </p:par>
                        <p:par>
                          <p:cTn id="51" fill="hold">
                            <p:stCondLst>
                              <p:cond delay="1000"/>
                            </p:stCondLst>
                            <p:childTnLst>
                              <p:par>
                                <p:cTn id="52" presetID="2" presetClass="entr" fill="hold" nodeType="afterEffect" presetSubtype="2">
                                  <p:stCondLst>
                                    <p:cond delay="500"/>
                                  </p:stCondLst>
                                  <p:childTnLst>
                                    <p:set>
                                      <p:cBhvr>
                                        <p:cTn id="53" dur="1" fill="hold">
                                          <p:stCondLst>
                                            <p:cond delay="0"/>
                                          </p:stCondLst>
                                        </p:cTn>
                                        <p:tgtEl>
                                          <p:spTgt spid="79"/>
                                        </p:tgtEl>
                                        <p:attrNameLst>
                                          <p:attrName>style.visibility</p:attrName>
                                        </p:attrNameLst>
                                      </p:cBhvr>
                                      <p:to>
                                        <p:strVal val="visible"/>
                                      </p:to>
                                    </p:set>
                                    <p:anim calcmode="lin" valueType="num">
                                      <p:cBhvr additive="base">
                                        <p:cTn id="54" dur="1000" fill="hold"/>
                                        <p:tgtEl>
                                          <p:spTgt spid="79"/>
                                        </p:tgtEl>
                                        <p:attrNameLst>
                                          <p:attrName>ppt_x</p:attrName>
                                        </p:attrNameLst>
                                      </p:cBhvr>
                                      <p:tavLst>
                                        <p:tav>
                                          <p:val>
                                            <p:strVal val="1+#ppt_w/2"/>
                                          </p:val>
                                        </p:tav>
                                        <p:tav tm="100000">
                                          <p:val>
                                            <p:strVal val="#ppt_x"/>
                                          </p:val>
                                        </p:tav>
                                      </p:tavLst>
                                    </p:anim>
                                    <p:anim calcmode="lin" valueType="num">
                                      <p:cBhvr additive="base">
                                        <p:cTn id="55" dur="1000" fill="hold"/>
                                        <p:tgtEl>
                                          <p:spTgt spid="79"/>
                                        </p:tgtEl>
                                        <p:attrNameLst>
                                          <p:attrName>ppt_y</p:attrName>
                                        </p:attrNameLst>
                                      </p:cBhvr>
                                      <p:tavLst>
                                        <p:tav>
                                          <p:val>
                                            <p:strVal val="#ppt_y"/>
                                          </p:val>
                                        </p:tav>
                                        <p:tav tm="100000">
                                          <p:val>
                                            <p:strVal val="#ppt_y"/>
                                          </p:val>
                                        </p:tav>
                                      </p:tavLst>
                                    </p:anim>
                                  </p:childTnLst>
                                </p:cTn>
                              </p:par>
                            </p:childTnLst>
                          </p:cTn>
                        </p:par>
                        <p:par>
                          <p:cTn id="56" fill="hold">
                            <p:stCondLst>
                              <p:cond delay="2500"/>
                            </p:stCondLst>
                            <p:childTnLst>
                              <p:par>
                                <p:cTn id="57" presetID="9" presetClass="entr" fill="hold" nodeType="afterEffect">
                                  <p:stCondLst>
                                    <p:cond delay="500"/>
                                  </p:stCondLst>
                                  <p:childTnLst>
                                    <p:set>
                                      <p:cBhvr>
                                        <p:cTn id="58" dur="1" fill="hold">
                                          <p:stCondLst>
                                            <p:cond delay="0"/>
                                          </p:stCondLst>
                                        </p:cTn>
                                        <p:tgtEl>
                                          <p:spTgt spid="82"/>
                                        </p:tgtEl>
                                        <p:attrNameLst>
                                          <p:attrName>style.visibility</p:attrName>
                                        </p:attrNameLst>
                                      </p:cBhvr>
                                      <p:to>
                                        <p:strVal val="visible"/>
                                      </p:to>
                                    </p:set>
                                    <p:animEffect filter="dissolve" transition="in">
                                      <p:cBhvr additive="repl">
                                        <p:cTn id="59" dur="2000"/>
                                        <p:tgtEl>
                                          <p:spTgt spid="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Embedding Video</a:t>
            </a:r>
            <a:endParaRPr lang="fr-FR" sz="3600" b="1" u="none" strike="noStrike">
              <a:solidFill>
                <a:srgbClr val="006666"/>
              </a:solidFill>
              <a:effectLst/>
              <a:uFillTx/>
              <a:latin typeface="Arial"/>
            </a:endParaRPr>
          </a:p>
        </p:txBody>
      </p:sp>
      <p:sp>
        <p:nvSpPr>
          <p:cNvPr id="91" name="PlaceHolder 1"/>
          <p:cNvSpPr>
            <a:spLocks noGrp="1"/>
          </p:cNvSpPr>
          <p:nvPr>
            <p:ph/>
          </p:nvPr>
        </p:nvSpPr>
        <p:spPr>
          <a:xfrm>
            <a:off x="838080" y="2361960"/>
            <a:ext cx="4648320" cy="4190760"/>
          </a:xfrm>
          <a:prstGeom prst="rect">
            <a:avLst/>
          </a:prstGeom>
          <a:noFill/>
          <a:ln w="0">
            <a:noFill/>
          </a:ln>
        </p:spPr>
        <p:txBody>
          <a:bodyPr lIns="91440" rIns="91440" tIns="45720" bIns="45720" anchor="t">
            <a:normAutofit/>
          </a:bodyPr>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To Play a Video in Your Slide Show, go to “Insert” and Place your Mouse Over “Movies and Sounds” then Select “Movie From File”</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Any Movie that is Supported Will Automatically be Shown When you Browse for the File</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Once the Video is Inserted, Select if You Want it to Play Automatically </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Then, you can Position and Size the Video how You Wish</a:t>
            </a:r>
            <a:endParaRPr lang="fr-FR" sz="2000" b="0" u="none" strike="noStrike">
              <a:solidFill>
                <a:srgbClr val="003366"/>
              </a:solidFill>
              <a:effectLst/>
              <a:uFillTx/>
              <a:latin typeface="Arial"/>
            </a:endParaRPr>
          </a:p>
          <a:p>
            <a:pPr marL="34308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000" b="0" u="none" strike="noStrike">
              <a:solidFill>
                <a:srgbClr val="003366"/>
              </a:solidFill>
              <a:effectLst/>
              <a:uFillTx/>
              <a:latin typeface="Arial"/>
            </a:endParaRPr>
          </a:p>
        </p:txBody>
      </p:sp>
      <p:pic>
        <p:nvPicPr>
          <p:cNvPr id="92" name="">
            <a:hlinkClick r:id="" action="ppaction://media"/>
          </p:cNvPr>
          <p:cNvPicPr/>
          <p:nvPr>
            <a:videoFile r:link="rId1"/>
            <p:extLst>
              <p:ext uri="{DAA4B4D4-6D71-4841-9C94-3DE7FCFB9230}">
                <p14:media r:link="rId2"/>
              </p:ext>
            </p:extLst>
          </p:nvPr>
        </p:nvPicPr>
        <p:blipFill>
          <a:blip r:embed="rId3"/>
          <a:stretch>
            <a:fillRect/>
          </a:stretch>
        </p:blipFill>
        <p:spPr>
          <a:xfrm>
            <a:off x="5486400" y="3451320"/>
            <a:ext cx="3044880" cy="2028600"/>
          </a:xfrm>
          <a:prstGeom prst="rect">
            <a:avLst/>
          </a:prstGeom>
          <a:ln w="0">
            <a:noFill/>
          </a:ln>
        </p:spPr>
      </p:pic>
      <p:sp>
        <p:nvSpPr>
          <p:cNvPr id="93"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timing>
    <p:tnLst>
      <p:par>
        <p:cTn id="60" dur="indefinite" restart="never" nodeType="tmRoot">
          <p:childTnLst>
            <p:seq>
              <p:cTn id="61" dur="indefinite" nodeType="mainSeq">
                <p:childTnLst>
                  <p:par>
                    <p:cTn id="62" fill="hold">
                      <p:stCondLst>
                        <p:cond delay="0"/>
                      </p:stCondLst>
                      <p:childTnLst>
                        <p:par>
                          <p:cTn id="63" fill="hold">
                            <p:stCondLst>
                              <p:cond delay="0"/>
                            </p:stCondLst>
                            <p:childTnLst>
                              <p:par>
                                <p:cTn id="64" presetID="1" presetClass="mediacall" fill="hold" nodeType="afterEffect">
                                  <p:stCondLst>
                                    <p:cond delay="0"/>
                                  </p:stCondLst>
                                  <p:childTnLst>
                                    <p:cmd type="call" cmd="playFrom(0.0)">
                                      <p:cBhvr>
                                        <p:cTn id="65" dur="44979" fill="hold"/>
                                        <p:tgtEl>
                                          <p:spTgt spid="92"/>
                                        </p:tgtEl>
                                      </p:cBhvr>
                                    </p:cmd>
                                  </p:childTnLst>
                                </p:cTn>
                              </p:par>
                            </p:childTnLst>
                          </p:cTn>
                        </p:par>
                      </p:childTnLst>
                    </p:cTn>
                  </p:par>
                </p:childTnLst>
              </p:cTn>
              <p:prevCondLst>
                <p:cond evt="onPrev">
                  <p:tgtEl>
                    <p:sldTgt/>
                  </p:tgtEl>
                </p:cond>
              </p:prevCondLst>
              <p:nextCondLst>
                <p:cond evt="onNext">
                  <p:tgtEl>
                    <p:sldTgt/>
                  </p:tgtEl>
                </p:cond>
              </p:nextCondLst>
            </p:seq>
            <p:seq>
              <p:cTn id="66" restart="whenNotActive" fill="hold" nodeType="interactiveSeq">
                <p:stCondLst>
                  <p:cond evt="onClick">
                    <p:tgtEl>
                      <p:spTgt spid="92"/>
                    </p:tgtEl>
                  </p:cond>
                </p:stCondLst>
                <p:childTnLst>
                  <p:par>
                    <p:cTn id="67" fill="hold">
                      <p:stCondLst>
                        <p:cond evt="onClick">
                          <p:tgtEl>
                            <p:spTgt spid="92"/>
                          </p:tgtEl>
                        </p:cond>
                      </p:stCondLst>
                      <p:childTnLst>
                        <p:par>
                          <p:cTn id="68" fill="hold">
                            <p:stCondLst>
                              <p:cond delay="0"/>
                            </p:stCondLst>
                            <p:childTnLst>
                              <p:par>
                                <p:cTn id="69" presetID="2" presetClass="mediacall" fill="hold" nodeType="clickEffect">
                                  <p:stCondLst>
                                    <p:cond delay="0"/>
                                  </p:stCondLst>
                                  <p:childTnLst>
                                    <p:cmd type="call" cmd="togglePause">
                                      <p:cBhvr>
                                        <p:cTn id="70" dur="1" fill="hold"/>
                                        <p:tgtEl>
                                          <p:spTgt spid="92"/>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Action Buttons</a:t>
            </a:r>
            <a:endParaRPr lang="fr-FR" sz="3600" b="1" u="none" strike="noStrike">
              <a:solidFill>
                <a:srgbClr val="006666"/>
              </a:solidFill>
              <a:effectLst/>
              <a:uFillTx/>
              <a:latin typeface="Arial"/>
            </a:endParaRPr>
          </a:p>
        </p:txBody>
      </p:sp>
      <p:sp>
        <p:nvSpPr>
          <p:cNvPr id="95" name="PlaceHolder 1"/>
          <p:cNvSpPr>
            <a:spLocks noGrp="1"/>
          </p:cNvSpPr>
          <p:nvPr>
            <p:ph/>
          </p:nvPr>
        </p:nvSpPr>
        <p:spPr>
          <a:xfrm>
            <a:off x="838080" y="2361960"/>
            <a:ext cx="7693200" cy="3724200"/>
          </a:xfrm>
          <a:prstGeom prst="rect">
            <a:avLst/>
          </a:prstGeom>
          <a:noFill/>
          <a:ln w="0">
            <a:noFill/>
          </a:ln>
        </p:spPr>
        <p:txBody>
          <a:bodyPr lIns="91440" rIns="91440" tIns="45720" bIns="45720" anchor="t">
            <a:normAutofit/>
          </a:bodyPr>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You can Add Action Buttons to Move Around non-linearly in Your Presentation</a:t>
            </a: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Go to “Slide Show” and Select “Action Buttons”</a:t>
            </a: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Select Your Desired Button Type then Draw Your Button and a Window Will Appear </a:t>
            </a: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Set Up your Properties, then you can Double Click the Button to Change Color</a:t>
            </a: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You Can Also Resize and Position the Button After it is Created</a:t>
            </a:r>
            <a:endParaRPr lang="fr-FR" sz="2400" b="0" u="none" strike="noStrike">
              <a:solidFill>
                <a:srgbClr val="003366"/>
              </a:solidFill>
              <a:effectLst/>
              <a:uFillTx/>
              <a:latin typeface="Arial"/>
            </a:endParaRPr>
          </a:p>
        </p:txBody>
      </p:sp>
      <p:sp>
        <p:nvSpPr>
          <p:cNvPr id="96" name="AutoShape 5"/>
          <p:cNvSpPr/>
          <p:nvPr/>
        </p:nvSpPr>
        <p:spPr>
          <a:xfrm>
            <a:off x="7620120" y="5943600"/>
            <a:ext cx="609480" cy="609480"/>
          </a:xfrm>
          <a:custGeom>
            <a:avLst/>
            <a:gdLst>
              <a:gd name="textAreaLeft" fmla="*/ 39240 w 609480"/>
              <a:gd name="textAreaRight" fmla="*/ 570240 w 609480"/>
              <a:gd name="textAreaTop" fmla="*/ 39240 h 609480"/>
              <a:gd name="textAreaBottom" fmla="*/ 570240 h 609480"/>
            </a:gdLst>
            <a:ahLst/>
            <a:cxnLst/>
            <a:rect l="textAreaLeft" t="textAreaTop" r="textAreaRight" b="textAreaBottom"/>
            <a:pathLst>
              <a:path w="21600" h="21600">
                <a:moveTo>
                  <a:pt x="0" y="0"/>
                </a:moveTo>
                <a:lnTo>
                  <a:pt x="21600" y="0"/>
                </a:lnTo>
                <a:lnTo>
                  <a:pt x="21600" y="21600"/>
                </a:lnTo>
                <a:lnTo>
                  <a:pt x="0" y="21600"/>
                </a:lnTo>
                <a:close/>
              </a:path>
              <a:path fill="lightenLess" w="21600" h="21600">
                <a:moveTo>
                  <a:pt x="0" y="0"/>
                </a:moveTo>
                <a:lnTo>
                  <a:pt x="21600" y="0"/>
                </a:lnTo>
                <a:lnTo>
                  <a:pt x="20200" y="1400"/>
                </a:lnTo>
                <a:lnTo>
                  <a:pt x="1400" y="1400"/>
                </a:lnTo>
                <a:close/>
              </a:path>
              <a:path fill="darken" w="21600" h="21600">
                <a:moveTo>
                  <a:pt x="21600" y="0"/>
                </a:moveTo>
                <a:lnTo>
                  <a:pt x="21600" y="21600"/>
                </a:lnTo>
                <a:lnTo>
                  <a:pt x="20200" y="20200"/>
                </a:lnTo>
                <a:lnTo>
                  <a:pt x="20200" y="1400"/>
                </a:lnTo>
                <a:close/>
              </a:path>
              <a:path fill="darkenLess" w="21600" h="21600">
                <a:moveTo>
                  <a:pt x="21600" y="21600"/>
                </a:moveTo>
                <a:lnTo>
                  <a:pt x="0" y="21600"/>
                </a:lnTo>
                <a:lnTo>
                  <a:pt x="1400" y="20200"/>
                </a:lnTo>
                <a:lnTo>
                  <a:pt x="20200" y="20200"/>
                </a:lnTo>
                <a:close/>
              </a:path>
              <a:path fill="lighten" w="21600" h="21600">
                <a:moveTo>
                  <a:pt x="0" y="21600"/>
                </a:moveTo>
                <a:lnTo>
                  <a:pt x="0" y="0"/>
                </a:lnTo>
                <a:lnTo>
                  <a:pt x="1400" y="1400"/>
                </a:lnTo>
                <a:lnTo>
                  <a:pt x="1400" y="20200"/>
                </a:lnTo>
                <a:close/>
              </a:path>
              <a:path fill="darken" w="21600" h="21600">
                <a:moveTo>
                  <a:pt x="3794" y="10800"/>
                </a:moveTo>
                <a:lnTo>
                  <a:pt x="17806" y="3794"/>
                </a:lnTo>
                <a:lnTo>
                  <a:pt x="17806" y="17806"/>
                </a:lnTo>
                <a:close/>
              </a:path>
            </a:pathLst>
          </a:custGeom>
          <a:solidFill>
            <a:srgbClr val="ff0000"/>
          </a:solidFill>
          <a:ln w="0">
            <a:noFill/>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97" name="Text Box 6"/>
          <p:cNvSpPr/>
          <p:nvPr/>
        </p:nvSpPr>
        <p:spPr>
          <a:xfrm>
            <a:off x="5257800" y="6095880"/>
            <a:ext cx="24382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800" b="0" u="none" strike="noStrike">
                <a:solidFill>
                  <a:srgbClr val="003366"/>
                </a:solidFill>
                <a:effectLst/>
                <a:uFillTx/>
                <a:latin typeface="Arial"/>
              </a:rPr>
              <a:t>Go See HAL Again…</a:t>
            </a:r>
            <a:endParaRPr lang="fr-FR" sz="1800" b="0" u="none" strike="noStrike">
              <a:solidFill>
                <a:srgbClr val="003366"/>
              </a:solidFill>
              <a:effectLst/>
              <a:uFillTx/>
              <a:latin typeface="Arial"/>
            </a:endParaRPr>
          </a:p>
        </p:txBody>
      </p:sp>
      <p:sp>
        <p:nvSpPr>
          <p:cNvPr id="98"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Linking to Web Content</a:t>
            </a:r>
            <a:endParaRPr lang="fr-FR" sz="3600" b="1" u="none" strike="noStrike">
              <a:solidFill>
                <a:srgbClr val="006666"/>
              </a:solidFill>
              <a:effectLst/>
              <a:uFillTx/>
              <a:latin typeface="Arial"/>
            </a:endParaRPr>
          </a:p>
        </p:txBody>
      </p:sp>
      <p:sp>
        <p:nvSpPr>
          <p:cNvPr id="100" name="PlaceHolder 1"/>
          <p:cNvSpPr>
            <a:spLocks noGrp="1"/>
          </p:cNvSpPr>
          <p:nvPr>
            <p:ph/>
          </p:nvPr>
        </p:nvSpPr>
        <p:spPr>
          <a:xfrm>
            <a:off x="838080" y="2361960"/>
            <a:ext cx="7693200" cy="3724200"/>
          </a:xfrm>
          <a:prstGeom prst="rect">
            <a:avLst/>
          </a:prstGeom>
          <a:noFill/>
          <a:ln w="0">
            <a:noFill/>
          </a:ln>
        </p:spPr>
        <p:txBody>
          <a:bodyPr lIns="91440" rIns="91440" tIns="45720" bIns="45720" anchor="t">
            <a:normAutofit/>
          </a:bodyPr>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You Can Link to Web Content and Open it During Your Slide Show</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The Computer You Used During the Slide Show MUST Have Internet Access</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Highlight a Section of Text and Right-Click it</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Select “Hyperlink” (Any Spelling or Grammar Errors must be corrected or ignored to select “hyperlink”)</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Fill In the Address for Your Target Content</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Click HERE to Visit www.campcaleb.com</a:t>
            </a:r>
            <a:endParaRPr lang="fr-FR" sz="2400" b="0" u="none" strike="noStrike">
              <a:solidFill>
                <a:srgbClr val="003366"/>
              </a:solidFill>
              <a:effectLst/>
              <a:uFillTx/>
              <a:latin typeface="Arial"/>
            </a:endParaRPr>
          </a:p>
        </p:txBody>
      </p:sp>
      <p:sp>
        <p:nvSpPr>
          <p:cNvPr id="101"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
          <p:cNvSpPr txBox="1"/>
          <p:nvPr/>
        </p:nvSpPr>
        <p:spPr>
          <a:xfrm>
            <a:off x="834120" y="834120"/>
            <a:ext cx="7779960" cy="998280"/>
          </a:xfrm>
          <a:prstGeom prst="rect">
            <a:avLst/>
          </a:prstGeom>
          <a:noFill/>
          <a:ln w="0">
            <a:noFill/>
          </a:ln>
        </p:spPr>
        <p:txBody>
          <a:bodyPr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3600" b="1" u="none" strike="noStrike">
                <a:solidFill>
                  <a:srgbClr val="006666"/>
                </a:solidFill>
                <a:effectLst/>
                <a:uFillTx/>
                <a:latin typeface="Arial"/>
              </a:rPr>
              <a:t>Adding Email Links</a:t>
            </a:r>
            <a:endParaRPr lang="fr-FR" sz="3600" b="1" u="none" strike="noStrike">
              <a:solidFill>
                <a:srgbClr val="006666"/>
              </a:solidFill>
              <a:effectLst/>
              <a:uFillTx/>
              <a:latin typeface="Arial"/>
            </a:endParaRPr>
          </a:p>
        </p:txBody>
      </p:sp>
      <p:sp>
        <p:nvSpPr>
          <p:cNvPr id="103" name="PlaceHolder 1"/>
          <p:cNvSpPr>
            <a:spLocks noGrp="1"/>
          </p:cNvSpPr>
          <p:nvPr>
            <p:ph/>
          </p:nvPr>
        </p:nvSpPr>
        <p:spPr>
          <a:xfrm>
            <a:off x="838080" y="2361960"/>
            <a:ext cx="7693200" cy="3724200"/>
          </a:xfrm>
          <a:prstGeom prst="rect">
            <a:avLst/>
          </a:prstGeom>
          <a:noFill/>
          <a:ln w="0">
            <a:noFill/>
          </a:ln>
        </p:spPr>
        <p:txBody>
          <a:bodyPr lIns="91440" rIns="91440" tIns="45720" bIns="45720" anchor="t">
            <a:normAutofit/>
          </a:bodyPr>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A Good Idea is to Add Your Email Address or other Contact Information to Your Slide Show</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You Add an Email Address the Same Way you Link to Web Content, EXCEPT in the Address Field You Need to Type:</a:t>
            </a:r>
            <a:endParaRPr lang="fr-FR" sz="2400" b="0" u="none" strike="noStrike">
              <a:solidFill>
                <a:srgbClr val="003366"/>
              </a:solidFill>
              <a:effectLst/>
              <a:uFillTx/>
              <a:latin typeface="Arial"/>
            </a:endParaRPr>
          </a:p>
          <a:p>
            <a:pPr marL="743040" lvl="1" indent="-285840">
              <a:lnSpc>
                <a:spcPct val="90000"/>
              </a:lnSpc>
              <a:spcBef>
                <a:spcPts val="499"/>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“mailto:youremail@yourdomain.com”</a:t>
            </a:r>
            <a:endParaRPr lang="fr-FR" sz="2000" b="0" u="none" strike="noStrike">
              <a:solidFill>
                <a:srgbClr val="003366"/>
              </a:solidFill>
              <a:effectLst/>
              <a:uFillTx/>
              <a:latin typeface="Arial"/>
            </a:endParaRPr>
          </a:p>
        </p:txBody>
      </p:sp>
      <p:sp>
        <p:nvSpPr>
          <p:cNvPr id="104"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369</TotalTime>
  <Application>LibreOffice/25.8.4.2$Windows_X86_64 LibreOffice_project/290daaa01b999472f0c7a3890eb6a550fd74c6df</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2005-02-10T22:18:44Z</dcterms:created>
  <dc:creator>user</dc:creator>
  <dc:description/>
  <dc:language>fr-FR</dc:language>
  <cp:lastModifiedBy>Miral</cp:lastModifiedBy>
  <dcterms:modified xsi:type="dcterms:W3CDTF">2015-09-13T11:11:40Z</dcterms:modified>
  <cp:revision>30</cp:revision>
  <dc:subject/>
  <dc:title>Test PowerPoint FIle</dc:title>
</cp:coreProperties>
</file>