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tanda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620120" cy="6858000"/>
            <a:chOff x="0" y="0"/>
            <a:chExt cx="7620120" cy="6858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0" y="0"/>
                <a:ext cx="762120" cy="6858000"/>
              </a:xfrm>
              <a:prstGeom prst="rect">
                <a:avLst/>
              </a:pr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Freeform 5"/>
              <p:cNvSpPr/>
              <p:nvPr/>
            </p:nvSpPr>
            <p:spPr>
              <a:xfrm>
                <a:off x="457200" y="0"/>
                <a:ext cx="2743200" cy="1166760"/>
              </a:xfrm>
              <a:custGeom>
                <a:avLst/>
                <a:gdLst>
                  <a:gd name="textAreaLeft" fmla="*/ 0 w 2743200"/>
                  <a:gd name="textAreaRight" fmla="*/ 2743200 w 2743200"/>
                  <a:gd name="textAreaTop" fmla="*/ 0 h 1166760"/>
                  <a:gd name="textAreaBottom" fmla="*/ 1167120 h 1166760"/>
                  <a:gd name="GluePoint1X" fmla="*/ 1728 w 1728"/>
                  <a:gd name="GluePoint1Y" fmla="*/ 0 h 735"/>
                  <a:gd name="GluePoint2X" fmla="*/ 1728 w 1728"/>
                  <a:gd name="GluePoint2Y" fmla="*/ 480 h 735"/>
                  <a:gd name="GluePoint3X" fmla="*/ 380 w 1728"/>
                  <a:gd name="GluePoint3Y" fmla="*/ 482 h 735"/>
                  <a:gd name="GluePoint4X" fmla="*/ 354 w 1728"/>
                  <a:gd name="GluePoint4Y" fmla="*/ 480 h 735"/>
                  <a:gd name="GluePoint5X" fmla="*/ 308 w 1728"/>
                  <a:gd name="GluePoint5Y" fmla="*/ 489 h 735"/>
                  <a:gd name="GluePoint6X" fmla="*/ 246 w 1728"/>
                  <a:gd name="GluePoint6Y" fmla="*/ 531 h 735"/>
                  <a:gd name="GluePoint7X" fmla="*/ 206 w 1728"/>
                  <a:gd name="GluePoint7Y" fmla="*/ 597 h 735"/>
                  <a:gd name="GluePoint8X" fmla="*/ 192 w 1728"/>
                  <a:gd name="GluePoint8Y" fmla="*/ 666 h 735"/>
                  <a:gd name="GluePoint9X" fmla="*/ 192 w 1728"/>
                  <a:gd name="GluePoint9Y" fmla="*/ 735 h 735"/>
                  <a:gd name="GluePoint10X" fmla="*/ 0 w 1728"/>
                  <a:gd name="GluePoint10Y" fmla="*/ 735 h 735"/>
                  <a:gd name="GluePoint11X" fmla="*/ 0 w 1728"/>
                  <a:gd name="GluePoint11Y" fmla="*/ 480 h 735"/>
                  <a:gd name="GluePoint12X" fmla="*/ 0 w 1728"/>
                  <a:gd name="GluePoint12Y" fmla="*/ 0 h 735"/>
                  <a:gd name="GluePoint13X" fmla="*/ 1728 w 1728"/>
                  <a:gd name="GluePoint13Y" fmla="*/ 0 h 73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t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28600" y="1981080"/>
              <a:ext cx="7391520" cy="319320"/>
              <a:chOff x="228600" y="1981080"/>
              <a:chExt cx="7391520" cy="319320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609480" y="1981080"/>
                <a:ext cx="7010640" cy="317520"/>
              </a:xfrm>
              <a:prstGeom prst="roundRect">
                <a:avLst>
                  <a:gd name="adj" fmla="val 0"/>
                </a:avLst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AutoShape 8"/>
              <p:cNvSpPr/>
              <p:nvPr/>
            </p:nvSpPr>
            <p:spPr>
              <a:xfrm flipH="1">
                <a:off x="228600" y="1981080"/>
                <a:ext cx="393840" cy="319320"/>
              </a:xfrm>
              <a:prstGeom prst="flowChartDelay">
                <a:avLst/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143000" lvl="2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600200" lvl="3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4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5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6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1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2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3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E6929D-C4DA-4B60-91EF-CDFC6448097A}" type="slidenum"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&lt;numéro&gt;</a:t>
            </a:fld>
            <a:endParaRPr lang="fr-F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r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"/>
          <p:cNvGrpSpPr/>
          <p:nvPr/>
        </p:nvGrpSpPr>
        <p:grpSpPr>
          <a:xfrm>
            <a:off x="0" y="0"/>
            <a:ext cx="5867280" cy="6858000"/>
            <a:chOff x="0" y="0"/>
            <a:chExt cx="5867280" cy="6858000"/>
          </a:xfrm>
        </p:grpSpPr>
        <p:sp>
          <p:nvSpPr>
            <p:cNvPr id="15" name="Rectangle 3"/>
            <p:cNvSpPr/>
            <p:nvPr/>
          </p:nvSpPr>
          <p:spPr>
            <a:xfrm>
              <a:off x="0" y="0"/>
              <a:ext cx="4572000" cy="6858000"/>
            </a:xfrm>
            <a:prstGeom prst="rect">
              <a:avLst/>
            </a:prstGeom>
            <a:solidFill>
              <a:srgbClr val="99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AutoShape 4"/>
            <p:cNvSpPr/>
            <p:nvPr/>
          </p:nvSpPr>
          <p:spPr>
            <a:xfrm>
              <a:off x="685800" y="990720"/>
              <a:ext cx="5181480" cy="190476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" name="Group 5"/>
          <p:cNvGrpSpPr/>
          <p:nvPr/>
        </p:nvGrpSpPr>
        <p:grpSpPr>
          <a:xfrm>
            <a:off x="3632040" y="4889520"/>
            <a:ext cx="4876920" cy="318960"/>
            <a:chOff x="3632040" y="4889520"/>
            <a:chExt cx="4876920" cy="318960"/>
          </a:xfrm>
        </p:grpSpPr>
        <p:sp>
          <p:nvSpPr>
            <p:cNvPr id="18" name="AutoShape 6"/>
            <p:cNvSpPr/>
            <p:nvPr/>
          </p:nvSpPr>
          <p:spPr>
            <a:xfrm flipH="1">
              <a:off x="3632040" y="4889520"/>
              <a:ext cx="4626000" cy="317520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AutoShape 7"/>
            <p:cNvSpPr/>
            <p:nvPr/>
          </p:nvSpPr>
          <p:spPr>
            <a:xfrm>
              <a:off x="8248680" y="4889520"/>
              <a:ext cx="260280" cy="318960"/>
            </a:xfrm>
            <a:prstGeom prst="flowChartDelay">
              <a:avLst/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743040" lvl="1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143000" lvl="2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Troisième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1600200" lvl="3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Quatrième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4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Cinquième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5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Sixième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2057400" lvl="6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fr-FR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Septième niveau de plan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4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5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1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6"/>
          </p:nvPr>
        </p:nvSpPr>
        <p:spPr>
          <a:xfrm>
            <a:off x="75960" y="624852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0AD265-89C1-4BF3-B34D-9FE6A76C46B2}" type="slidenum"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&lt;numéro&gt;</a:t>
            </a:fld>
            <a:endParaRPr lang="fr-FR" sz="2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file:///C:/College/Spring 05/GS630/PPT Assignment/slide.mpg" TargetMode="External"/><Relationship Id="rId2" Type="http://schemas.microsoft.com/office/2007/relationships/media" Target="file:///C:/College/Spring 05/GS630/PPT Assignment/slide.mpg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 txBox="1"/>
          <p:nvPr/>
        </p:nvSpPr>
        <p:spPr>
          <a:xfrm>
            <a:off x="964800" y="1269360"/>
            <a:ext cx="7671600" cy="13467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How To Use PowerPoint</a:t>
            </a:r>
            <a:br>
              <a:rPr sz="3600"/>
            </a:br>
            <a:r>
              <a:rPr lang="en-US" sz="2400" b="1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A Brief Introduction to Commonly Used Features</a:t>
            </a:r>
            <a:endParaRPr lang="fr-FR" sz="24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26" name="FlagCount" hidden="1"/>
          <p:cNvSpPr/>
          <p:nvPr/>
        </p:nvSpPr>
        <p:spPr>
          <a:xfrm>
            <a:off x="8255160" y="254160"/>
            <a:ext cx="380880" cy="317520"/>
          </a:xfrm>
          <a:prstGeom prst="wedgeRoundRectCallout">
            <a:avLst>
              <a:gd name="adj1" fmla="val -43518"/>
              <a:gd name="adj2" fmla="val 70000"/>
              <a:gd name="adj3" fmla="val 16667"/>
            </a:avLst>
          </a:prstGeom>
          <a:solidFill>
            <a:srgbClr val="33cccc">
              <a:alpha val="25000"/>
            </a:srgbClr>
          </a:solidFill>
          <a:ln w="19080">
            <a:solidFill>
              <a:srgbClr val="0033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Tahoma"/>
              </a:rPr>
              <a:t>0</a:t>
            </a:r>
            <a:endParaRPr lang="fr-FR" sz="14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Advanced AutoShapes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grpSp>
        <p:nvGrpSpPr>
          <p:cNvPr id="28" name="Group 19"/>
          <p:cNvGrpSpPr/>
          <p:nvPr/>
        </p:nvGrpSpPr>
        <p:grpSpPr>
          <a:xfrm>
            <a:off x="1981080" y="4800600"/>
            <a:ext cx="1523880" cy="1143000"/>
            <a:chOff x="1981080" y="4800600"/>
            <a:chExt cx="1523880" cy="1143000"/>
          </a:xfrm>
        </p:grpSpPr>
        <p:sp>
          <p:nvSpPr>
            <p:cNvPr id="29" name="AutoShape 4"/>
            <p:cNvSpPr/>
            <p:nvPr/>
          </p:nvSpPr>
          <p:spPr>
            <a:xfrm>
              <a:off x="1981080" y="4800600"/>
              <a:ext cx="1523880" cy="1143000"/>
            </a:xfrm>
            <a:prstGeom prst="flowChartProcess">
              <a:avLst/>
            </a:prstGeom>
            <a:solidFill>
              <a:srgbClr val="993300"/>
            </a:solidFill>
            <a:ln w="9360">
              <a:solidFill>
                <a:srgbClr val="0033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Text Box 10"/>
            <p:cNvSpPr/>
            <p:nvPr/>
          </p:nvSpPr>
          <p:spPr>
            <a:xfrm>
              <a:off x="2057040" y="5181840"/>
              <a:ext cx="13716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Phase One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" name="Group 22"/>
          <p:cNvGrpSpPr/>
          <p:nvPr/>
        </p:nvGrpSpPr>
        <p:grpSpPr>
          <a:xfrm>
            <a:off x="5638680" y="4800600"/>
            <a:ext cx="1523880" cy="1143000"/>
            <a:chOff x="5638680" y="4800600"/>
            <a:chExt cx="1523880" cy="1143000"/>
          </a:xfrm>
        </p:grpSpPr>
        <p:sp>
          <p:nvSpPr>
            <p:cNvPr id="32" name="AutoShape 6"/>
            <p:cNvSpPr/>
            <p:nvPr/>
          </p:nvSpPr>
          <p:spPr>
            <a:xfrm>
              <a:off x="5638680" y="4800600"/>
              <a:ext cx="1523880" cy="1143000"/>
            </a:xfrm>
            <a:prstGeom prst="flowChartProcess">
              <a:avLst/>
            </a:prstGeom>
            <a:solidFill>
              <a:srgbClr val="00ff00"/>
            </a:solidFill>
            <a:ln w="9360">
              <a:solidFill>
                <a:srgbClr val="00336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Text Box 13"/>
            <p:cNvSpPr/>
            <p:nvPr/>
          </p:nvSpPr>
          <p:spPr>
            <a:xfrm>
              <a:off x="5714640" y="5181480"/>
              <a:ext cx="137160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rPr>
                <a:t>Phase Two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" name="Group 21"/>
          <p:cNvGrpSpPr/>
          <p:nvPr/>
        </p:nvGrpSpPr>
        <p:grpSpPr>
          <a:xfrm>
            <a:off x="3505320" y="4724280"/>
            <a:ext cx="2133000" cy="1202760"/>
            <a:chOff x="3505320" y="4724280"/>
            <a:chExt cx="2133000" cy="1202760"/>
          </a:xfrm>
        </p:grpSpPr>
        <p:grpSp>
          <p:nvGrpSpPr>
            <p:cNvPr id="35" name="Group 20"/>
            <p:cNvGrpSpPr/>
            <p:nvPr/>
          </p:nvGrpSpPr>
          <p:grpSpPr>
            <a:xfrm>
              <a:off x="3505320" y="5029200"/>
              <a:ext cx="2133000" cy="609480"/>
              <a:chOff x="3505320" y="5029200"/>
              <a:chExt cx="2133000" cy="609480"/>
            </a:xfrm>
          </p:grpSpPr>
          <p:sp>
            <p:nvSpPr>
              <p:cNvPr id="36" name="AutoShape 5"/>
              <p:cNvSpPr/>
              <p:nvPr/>
            </p:nvSpPr>
            <p:spPr>
              <a:xfrm>
                <a:off x="3962160" y="5029200"/>
                <a:ext cx="1142640" cy="609480"/>
              </a:xfrm>
              <a:prstGeom prst="flowChartDecision">
                <a:avLst/>
              </a:prstGeom>
              <a:solidFill>
                <a:srgbClr val="ffff00"/>
              </a:solidFill>
              <a:ln w="9360">
                <a:solidFill>
                  <a:srgbClr val="003366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pPr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Line 7"/>
              <p:cNvSpPr/>
              <p:nvPr/>
            </p:nvSpPr>
            <p:spPr>
              <a:xfrm>
                <a:off x="3505320" y="5333760"/>
                <a:ext cx="456840" cy="0"/>
              </a:xfrm>
              <a:prstGeom prst="line">
                <a:avLst/>
              </a:prstGeom>
              <a:ln w="9360">
                <a:solidFill>
                  <a:srgbClr val="003366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Line 8"/>
              <p:cNvSpPr/>
              <p:nvPr/>
            </p:nvSpPr>
            <p:spPr>
              <a:xfrm>
                <a:off x="5105160" y="5333760"/>
                <a:ext cx="533160" cy="0"/>
              </a:xfrm>
              <a:prstGeom prst="line">
                <a:avLst/>
              </a:prstGeom>
              <a:ln w="9360">
                <a:solidFill>
                  <a:srgbClr val="003366"/>
                </a:solidFill>
                <a:miter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lang="fr-FR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" name="Text Box 14"/>
            <p:cNvSpPr/>
            <p:nvPr/>
          </p:nvSpPr>
          <p:spPr>
            <a:xfrm>
              <a:off x="3733560" y="4724280"/>
              <a:ext cx="1599840" cy="1202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rPr>
                <a:t>Research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rPr>
                <a:t>&amp;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  <a:p>
              <a:pPr algn="ctr">
                <a:spcBef>
                  <a:spcPts val="1125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lang="en-US" sz="1800" b="0" u="none" strike="noStrike">
                  <a:solidFill>
                    <a:srgbClr val="003366"/>
                  </a:solidFill>
                  <a:effectLst/>
                  <a:uFillTx/>
                  <a:latin typeface="Arial"/>
                </a:rPr>
                <a:t>Development</a:t>
              </a:r>
              <a:endParaRPr lang="fr-FR" sz="1800" b="0" u="none" strike="noStrik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8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By selecting several AutoShapes and right-clickig, you can group them together.</a:t>
            </a:r>
            <a:endParaRPr lang="fr-FR" sz="28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41" name="FlagCount" hidden="1"/>
          <p:cNvSpPr/>
          <p:nvPr/>
        </p:nvSpPr>
        <p:spPr>
          <a:xfrm>
            <a:off x="8255160" y="254160"/>
            <a:ext cx="380880" cy="317520"/>
          </a:xfrm>
          <a:prstGeom prst="wedgeRoundRectCallout">
            <a:avLst>
              <a:gd name="adj1" fmla="val -43518"/>
              <a:gd name="adj2" fmla="val 70000"/>
              <a:gd name="adj3" fmla="val 16667"/>
            </a:avLst>
          </a:prstGeom>
          <a:solidFill>
            <a:srgbClr val="33cccc">
              <a:alpha val="25000"/>
            </a:srgbClr>
          </a:solidFill>
          <a:ln w="19080">
            <a:solidFill>
              <a:srgbClr val="0033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Tahoma"/>
              </a:rPr>
              <a:t>0</a:t>
            </a:r>
            <a:endParaRPr lang="fr-FR" sz="14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fill="hold" nodeType="afterEffect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9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3600" b="1" u="none" strike="noStrike">
                <a:solidFill>
                  <a:srgbClr val="006666"/>
                </a:solidFill>
                <a:effectLst/>
                <a:uFillTx/>
                <a:latin typeface="Arial"/>
              </a:rPr>
              <a:t>Embedding Video</a:t>
            </a:r>
            <a:endParaRPr lang="fr-FR" sz="3600" b="1" u="none" strike="noStrik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/>
          </p:nvPr>
        </p:nvSpPr>
        <p:spPr>
          <a:xfrm>
            <a:off x="838080" y="2361960"/>
            <a:ext cx="4648320" cy="419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spcBef>
                <a:spcPts val="49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2000" b="0" u="none" strike="noStrike">
                <a:solidFill>
                  <a:srgbClr val="003366"/>
                </a:solidFill>
                <a:effectLst/>
                <a:uFillTx/>
                <a:latin typeface="Arial"/>
              </a:rPr>
              <a:t>To Play a Video in Your Slide Show, go to “Insert” and Place your Mouse Over “Movies and Sounds” then Select “Movie From File”</a:t>
            </a:r>
            <a:endParaRPr lang="fr-FR" sz="20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lang="fr-FR" sz="20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pic>
        <p:nvPicPr>
          <p:cNvPr id="44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6400" y="3451320"/>
            <a:ext cx="3044880" cy="2028600"/>
          </a:xfrm>
          <a:prstGeom prst="rect">
            <a:avLst/>
          </a:prstGeom>
          <a:ln w="0">
            <a:noFill/>
          </a:ln>
        </p:spPr>
      </p:pic>
      <p:sp>
        <p:nvSpPr>
          <p:cNvPr id="45" name="FlagCount" hidden="1"/>
          <p:cNvSpPr/>
          <p:nvPr/>
        </p:nvSpPr>
        <p:spPr>
          <a:xfrm>
            <a:off x="8255160" y="254160"/>
            <a:ext cx="380880" cy="317520"/>
          </a:xfrm>
          <a:prstGeom prst="wedgeRoundRectCallout">
            <a:avLst>
              <a:gd name="adj1" fmla="val -43518"/>
              <a:gd name="adj2" fmla="val 70000"/>
              <a:gd name="adj3" fmla="val 16667"/>
            </a:avLst>
          </a:prstGeom>
          <a:solidFill>
            <a:srgbClr val="33cccc">
              <a:alpha val="25000"/>
            </a:srgbClr>
          </a:solidFill>
          <a:ln w="19080">
            <a:solidFill>
              <a:srgbClr val="0033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Tahoma"/>
              </a:rPr>
              <a:t>0</a:t>
            </a:r>
            <a:endParaRPr lang="fr-FR" sz="1400" b="0" u="none" strike="noStrik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44979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seq>
              <p:cTn id="24" restart="whenNotActive" fill="hold" nodeType="interactiveSeq">
                <p:stCondLst>
                  <p:cond evt="onClick">
                    <p:tgtEl>
                      <p:spTgt spid="44"/>
                    </p:tgtEl>
                  </p:cond>
                </p:stCondLst>
                <p:childTnLst>
                  <p:par>
                    <p:cTn id="25" fill="hold">
                      <p:stCondLst>
                        <p:cond evt="onClick">
                          <p:tgtEl>
                            <p:spTgt spid="44"/>
                          </p:tgtEl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Application>LibreOffice/25.8.4.2$Windows_X86_64 LibreOffice_project/290daaa01b999472f0c7a3890eb6a550fd74c6df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2005-02-10T22:18:44Z</dcterms:created>
  <dc:creator>user</dc:creator>
  <dc:description/>
  <dc:language>fr-FR</dc:language>
  <cp:lastModifiedBy>Miral</cp:lastModifiedBy>
  <dcterms:modified xsi:type="dcterms:W3CDTF">2015-09-13T11:22:33Z</dcterms:modified>
  <cp:revision>33</cp:revision>
  <dc:subject/>
  <dc:title>Test PowerPoint FIle</dc:title>
</cp:coreProperties>
</file>