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93909664"/>
        <c:axId val="9041672"/>
      </c:barChart>
      <c:catAx>
        <c:axId val="93909664"/>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9041672"/>
        <c:crosses val="autoZero"/>
        <c:auto val="1"/>
        <c:lblAlgn val="ctr"/>
        <c:lblOffset val="100"/>
        <c:noMultiLvlLbl val="0"/>
      </c:catAx>
      <c:valAx>
        <c:axId val="9041672"/>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93909664"/>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re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3600" b="0" u="none" strike="noStrike">
                <a:solidFill>
                  <a:srgbClr val="000000"/>
                </a:solidFill>
                <a:effectLst/>
                <a:uFillTx/>
                <a:latin typeface="Arial"/>
              </a:rPr>
              <a:t>Cliquez pour éditer le format du texte-titre</a:t>
            </a:r>
            <a:endParaRPr lang="fr-FR"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Cliquez pour éditer le format du plan de texte</a:t>
            </a:r>
            <a:endParaRPr lang="fr-FR" sz="2600" b="0" u="none" strike="noStrike">
              <a:solidFill>
                <a:srgbClr val="000000"/>
              </a:solidFill>
              <a:effectLst/>
              <a:uFillTx/>
              <a:latin typeface="Arial"/>
            </a:endParaRPr>
          </a:p>
          <a:p>
            <a:pPr marL="343080" lvl="1"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Second niveau de plan</a:t>
            </a:r>
            <a:endParaRPr lang="fr-FR" sz="2600" b="0" u="none" strike="noStrike">
              <a:solidFill>
                <a:srgbClr val="000000"/>
              </a:solidFill>
              <a:effectLst/>
              <a:uFillTx/>
              <a:latin typeface="Arial"/>
            </a:endParaRPr>
          </a:p>
          <a:p>
            <a:pPr marL="343080" lvl="2"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Troisième niveau de plan</a:t>
            </a:r>
            <a:endParaRPr lang="fr-FR" sz="2600" b="0" u="none" strike="noStrike">
              <a:solidFill>
                <a:srgbClr val="000000"/>
              </a:solidFill>
              <a:effectLst/>
              <a:uFillTx/>
              <a:latin typeface="Arial"/>
            </a:endParaRPr>
          </a:p>
          <a:p>
            <a:pPr marL="343080" lvl="3"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Quatrième niveau de plan</a:t>
            </a:r>
            <a:endParaRPr lang="fr-FR" sz="2600" b="0" u="none" strike="noStrike">
              <a:solidFill>
                <a:srgbClr val="000000"/>
              </a:solidFill>
              <a:effectLst/>
              <a:uFillTx/>
              <a:latin typeface="Arial"/>
            </a:endParaRPr>
          </a:p>
          <a:p>
            <a:pPr marL="343080" lvl="4"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Cinquième niveau de plan</a:t>
            </a:r>
            <a:endParaRPr lang="fr-FR" sz="2600" b="0" u="none" strike="noStrike">
              <a:solidFill>
                <a:srgbClr val="000000"/>
              </a:solidFill>
              <a:effectLst/>
              <a:uFillTx/>
              <a:latin typeface="Arial"/>
            </a:endParaRPr>
          </a:p>
          <a:p>
            <a:pPr marL="343080" lvl="5"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Sixième niveau de plan</a:t>
            </a:r>
            <a:endParaRPr lang="fr-FR" sz="2600" b="0" u="none" strike="noStrike">
              <a:solidFill>
                <a:srgbClr val="000000"/>
              </a:solidFill>
              <a:effectLst/>
              <a:uFillTx/>
              <a:latin typeface="Arial"/>
            </a:endParaRPr>
          </a:p>
          <a:p>
            <a:pPr marL="343080" lvl="6"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Septième niveau de plan</a:t>
            </a:r>
            <a:endParaRPr lang="fr-FR"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&lt;date/heure&gt;</a:t>
            </a:r>
            <a:endParaRPr lang="fr-FR"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8A7D5D1D-01E4-4C73-B314-FC2BC89ECFBA}" type="slidenum">
              <a:rPr lang="en-US" sz="1400" b="0" u="none" strike="noStrike">
                <a:solidFill>
                  <a:srgbClr val="000000"/>
                </a:solidFill>
                <a:effectLst/>
                <a:uFillTx/>
                <a:latin typeface="Times New Roman"/>
                <a:ea typeface="DejaVu Sans"/>
              </a:rPr>
              <a:t>&lt;numéro&gt;</a:t>
            </a:fld>
            <a:endParaRPr lang="fr-FR"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re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3600" b="0" u="none" strike="noStrike">
                <a:solidFill>
                  <a:srgbClr val="000000"/>
                </a:solidFill>
                <a:effectLst/>
                <a:uFillTx/>
                <a:latin typeface="Arial"/>
              </a:rPr>
              <a:t>Cliquez pour éditer le format du texte-titre</a:t>
            </a:r>
            <a:endParaRPr lang="fr-FR"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Cliquez pour éditer le format du plan de texte</a:t>
            </a:r>
            <a:endParaRPr lang="fr-FR" sz="2600" b="0" u="none" strike="noStrike">
              <a:solidFill>
                <a:srgbClr val="000000"/>
              </a:solidFill>
              <a:effectLst/>
              <a:uFillTx/>
              <a:latin typeface="Arial"/>
            </a:endParaRPr>
          </a:p>
          <a:p>
            <a:pPr marL="343080" lvl="1"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Second niveau de plan</a:t>
            </a:r>
            <a:endParaRPr lang="fr-FR" sz="2600" b="0" u="none" strike="noStrike">
              <a:solidFill>
                <a:srgbClr val="000000"/>
              </a:solidFill>
              <a:effectLst/>
              <a:uFillTx/>
              <a:latin typeface="Arial"/>
            </a:endParaRPr>
          </a:p>
          <a:p>
            <a:pPr marL="343080" lvl="2"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Troisième niveau de plan</a:t>
            </a:r>
            <a:endParaRPr lang="fr-FR" sz="2600" b="0" u="none" strike="noStrike">
              <a:solidFill>
                <a:srgbClr val="000000"/>
              </a:solidFill>
              <a:effectLst/>
              <a:uFillTx/>
              <a:latin typeface="Arial"/>
            </a:endParaRPr>
          </a:p>
          <a:p>
            <a:pPr marL="343080" lvl="3"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Quatrième niveau de plan</a:t>
            </a:r>
            <a:endParaRPr lang="fr-FR" sz="2600" b="0" u="none" strike="noStrike">
              <a:solidFill>
                <a:srgbClr val="000000"/>
              </a:solidFill>
              <a:effectLst/>
              <a:uFillTx/>
              <a:latin typeface="Arial"/>
            </a:endParaRPr>
          </a:p>
          <a:p>
            <a:pPr marL="343080" lvl="4"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Cinquième niveau de plan</a:t>
            </a:r>
            <a:endParaRPr lang="fr-FR" sz="2600" b="0" u="none" strike="noStrike">
              <a:solidFill>
                <a:srgbClr val="000000"/>
              </a:solidFill>
              <a:effectLst/>
              <a:uFillTx/>
              <a:latin typeface="Arial"/>
            </a:endParaRPr>
          </a:p>
          <a:p>
            <a:pPr marL="343080" lvl="5"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Sixième niveau de plan</a:t>
            </a:r>
            <a:endParaRPr lang="fr-FR" sz="2600" b="0" u="none" strike="noStrike">
              <a:solidFill>
                <a:srgbClr val="000000"/>
              </a:solidFill>
              <a:effectLst/>
              <a:uFillTx/>
              <a:latin typeface="Arial"/>
            </a:endParaRPr>
          </a:p>
          <a:p>
            <a:pPr marL="343080" lvl="6"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Septième niveau de plan</a:t>
            </a:r>
            <a:endParaRPr lang="fr-FR"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&lt;date/heure&gt;</a:t>
            </a:r>
            <a:endParaRPr lang="fr-FR"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41D3F81B-4602-4DD2-B9C0-D950DC0A390F}" type="slidenum">
              <a:rPr lang="en-US" sz="1400" b="0" u="none" strike="noStrike">
                <a:solidFill>
                  <a:srgbClr val="000000"/>
                </a:solidFill>
                <a:effectLst/>
                <a:uFillTx/>
                <a:latin typeface="Times New Roman"/>
                <a:ea typeface="DejaVu Sans"/>
              </a:rPr>
              <a:t>&lt;numéro&gt;</a:t>
            </a:fld>
            <a:endParaRPr lang="fr-FR"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Lorem ipsum</a:t>
            </a:r>
            <a:endParaRPr lang="fr-FR"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rIns="0" tIns="1152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Chart</a:t>
            </a:r>
            <a:endParaRPr lang="fr-FR"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Table</a:t>
            </a:r>
            <a:endParaRPr lang="fr-FR"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rPr>
                        <a:t>Column 1</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2</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3</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4</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5</a:t>
                      </a:r>
                      <a:endParaRPr lang="fr-FR" sz="1800" b="0" u="none" strike="noStrike">
                        <a:solidFill>
                          <a:srgbClr val="000000"/>
                        </a:solidFill>
                        <a:effectLst/>
                        <a:uFillTx/>
                        <a:latin typeface="Arial"/>
                      </a:endParaRPr>
                    </a:p>
                    <a:p>
                      <a:pPr>
                        <a:lnSpc>
                          <a:spcPct val="93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2017-08-10T20:58:16Z</dcterms:created>
  <dc:creator/>
  <dc:description/>
  <dc:language>fr-FR</dc:language>
  <cp:lastModifiedBy/>
  <cp:revision>0</cp:revision>
  <dc:subject/>
  <dc:title/>
</cp:coreProperties>
</file>