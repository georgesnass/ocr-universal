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593D3E-4BB9-492E-9D26-C0DA7B32A57F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7C74DB-0E1A-4C6C-9711-4EB4974994D4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D9D55A-E053-4009-BD11-824275E9FBB8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0A89E1-A734-4D5D-8072-8B810BA1A137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4CA4DC-F1F2-4179-9E82-FAE1C8192007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418590-B222-4D44-A6AE-41437DCD740D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9DBD9B-7B58-4A6B-BB21-A0CB8D2BFF9B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66FCAE-0B72-42F8-8CCE-A127E593082E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8CC49C-C2FB-462E-948A-8FAA80167BAE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72AAF3-AD1B-4EC3-AD10-E6C9646CBDEC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Cliquez pour éditer le format du plan de texte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Troisième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Quatrième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Cinquième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Septième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57B680-418D-4F7B-A2EA-C65BA8B3BA9C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Here is a fun presentation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Let’s have a power lunch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LibreOffice/25.8.4.2$Windows_X86_64 LibreOffice_project/290daaa01b999472f0c7a3890eb6a550fd74c6df</Application>
  <AppVersion>15.0000</AppVersion>
  <Words>10</Words>
  <Paragraphs>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2025-09-16T19:54:14Z</dcterms:created>
  <dc:creator>Will Shine</dc:creator>
  <dc:description/>
  <dc:language>fr-FR</dc:language>
  <cp:lastModifiedBy>Will Shine</cp:lastModifiedBy>
  <dcterms:modified xsi:type="dcterms:W3CDTF">2025-09-16T20:00:11Z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r8>1</vt:r8>
  </property>
</Properties>
</file>