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87795254"/>
        <c:axId val="50412535"/>
      </c:barChart>
      <c:catAx>
        <c:axId val="87795254"/>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50412535"/>
        <c:crosses val="autoZero"/>
        <c:auto val="1"/>
        <c:lblAlgn val="ctr"/>
        <c:lblOffset val="100"/>
        <c:noMultiLvlLbl val="0"/>
      </c:catAx>
      <c:valAx>
        <c:axId val="50412535"/>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87795254"/>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re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3600" b="0" u="none" strike="noStrike">
                <a:solidFill>
                  <a:srgbClr val="000000"/>
                </a:solidFill>
                <a:effectLst/>
                <a:uFillTx/>
                <a:latin typeface="Arial"/>
              </a:rPr>
              <a:t>Cliquez pour éditer le format du texte-titre</a:t>
            </a:r>
            <a:endParaRPr lang="fr-FR"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Cliquez pour éditer le format du plan de texte</a:t>
            </a:r>
            <a:endParaRPr lang="fr-FR" sz="2600" b="0" u="none" strike="noStrike">
              <a:solidFill>
                <a:srgbClr val="000000"/>
              </a:solidFill>
              <a:effectLst/>
              <a:uFillTx/>
              <a:latin typeface="Arial"/>
            </a:endParaRPr>
          </a:p>
          <a:p>
            <a:pPr marL="343080" lvl="1"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Second niveau de plan</a:t>
            </a:r>
            <a:endParaRPr lang="fr-FR" sz="2600" b="0" u="none" strike="noStrike">
              <a:solidFill>
                <a:srgbClr val="000000"/>
              </a:solidFill>
              <a:effectLst/>
              <a:uFillTx/>
              <a:latin typeface="Arial"/>
            </a:endParaRPr>
          </a:p>
          <a:p>
            <a:pPr marL="343080" lvl="2"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Troisième niveau de plan</a:t>
            </a:r>
            <a:endParaRPr lang="fr-FR" sz="2600" b="0" u="none" strike="noStrike">
              <a:solidFill>
                <a:srgbClr val="000000"/>
              </a:solidFill>
              <a:effectLst/>
              <a:uFillTx/>
              <a:latin typeface="Arial"/>
            </a:endParaRPr>
          </a:p>
          <a:p>
            <a:pPr marL="343080" lvl="3"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Quatrième niveau de plan</a:t>
            </a:r>
            <a:endParaRPr lang="fr-FR" sz="2600" b="0" u="none" strike="noStrike">
              <a:solidFill>
                <a:srgbClr val="000000"/>
              </a:solidFill>
              <a:effectLst/>
              <a:uFillTx/>
              <a:latin typeface="Arial"/>
            </a:endParaRPr>
          </a:p>
          <a:p>
            <a:pPr marL="343080" lvl="4"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Cinquième niveau de plan</a:t>
            </a:r>
            <a:endParaRPr lang="fr-FR" sz="2600" b="0" u="none" strike="noStrike">
              <a:solidFill>
                <a:srgbClr val="000000"/>
              </a:solidFill>
              <a:effectLst/>
              <a:uFillTx/>
              <a:latin typeface="Arial"/>
            </a:endParaRPr>
          </a:p>
          <a:p>
            <a:pPr marL="343080" lvl="5"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Sixième niveau de plan</a:t>
            </a:r>
            <a:endParaRPr lang="fr-FR" sz="2600" b="0" u="none" strike="noStrike">
              <a:solidFill>
                <a:srgbClr val="000000"/>
              </a:solidFill>
              <a:effectLst/>
              <a:uFillTx/>
              <a:latin typeface="Arial"/>
            </a:endParaRPr>
          </a:p>
          <a:p>
            <a:pPr marL="343080" lvl="6"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Septième niveau de plan</a:t>
            </a:r>
            <a:endParaRPr lang="fr-FR"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&lt;date/heure&gt;</a:t>
            </a:r>
            <a:endParaRPr lang="fr-FR"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B45F564E-9204-4793-8772-E00D1EE6BEC2}" type="slidenum">
              <a:rPr lang="en-US" sz="1400" b="0" u="none" strike="noStrike">
                <a:solidFill>
                  <a:srgbClr val="000000"/>
                </a:solidFill>
                <a:effectLst/>
                <a:uFillTx/>
                <a:latin typeface="Times New Roman"/>
                <a:ea typeface="DejaVu Sans"/>
              </a:rPr>
              <a:t>&lt;numéro&gt;</a:t>
            </a:fld>
            <a:endParaRPr lang="fr-FR"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re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3600" b="0" u="none" strike="noStrike">
                <a:solidFill>
                  <a:srgbClr val="000000"/>
                </a:solidFill>
                <a:effectLst/>
                <a:uFillTx/>
                <a:latin typeface="Arial"/>
              </a:rPr>
              <a:t>Cliquez pour éditer le format du texte-titre</a:t>
            </a:r>
            <a:endParaRPr lang="fr-FR"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Cliquez pour éditer le format du plan de texte</a:t>
            </a:r>
            <a:endParaRPr lang="fr-FR" sz="2600" b="0" u="none" strike="noStrike">
              <a:solidFill>
                <a:srgbClr val="000000"/>
              </a:solidFill>
              <a:effectLst/>
              <a:uFillTx/>
              <a:latin typeface="Arial"/>
            </a:endParaRPr>
          </a:p>
          <a:p>
            <a:pPr marL="343080" lvl="1"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Second niveau de plan</a:t>
            </a:r>
            <a:endParaRPr lang="fr-FR" sz="2600" b="0" u="none" strike="noStrike">
              <a:solidFill>
                <a:srgbClr val="000000"/>
              </a:solidFill>
              <a:effectLst/>
              <a:uFillTx/>
              <a:latin typeface="Arial"/>
            </a:endParaRPr>
          </a:p>
          <a:p>
            <a:pPr marL="343080" lvl="2"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Troisième niveau de plan</a:t>
            </a:r>
            <a:endParaRPr lang="fr-FR" sz="2600" b="0" u="none" strike="noStrike">
              <a:solidFill>
                <a:srgbClr val="000000"/>
              </a:solidFill>
              <a:effectLst/>
              <a:uFillTx/>
              <a:latin typeface="Arial"/>
            </a:endParaRPr>
          </a:p>
          <a:p>
            <a:pPr marL="343080" lvl="3"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Quatrième niveau de plan</a:t>
            </a:r>
            <a:endParaRPr lang="fr-FR" sz="2600" b="0" u="none" strike="noStrike">
              <a:solidFill>
                <a:srgbClr val="000000"/>
              </a:solidFill>
              <a:effectLst/>
              <a:uFillTx/>
              <a:latin typeface="Arial"/>
            </a:endParaRPr>
          </a:p>
          <a:p>
            <a:pPr marL="343080" lvl="4"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Cinquième niveau de plan</a:t>
            </a:r>
            <a:endParaRPr lang="fr-FR" sz="2600" b="0" u="none" strike="noStrike">
              <a:solidFill>
                <a:srgbClr val="000000"/>
              </a:solidFill>
              <a:effectLst/>
              <a:uFillTx/>
              <a:latin typeface="Arial"/>
            </a:endParaRPr>
          </a:p>
          <a:p>
            <a:pPr marL="343080" lvl="5"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Sixième niveau de plan</a:t>
            </a:r>
            <a:endParaRPr lang="fr-FR" sz="2600" b="0" u="none" strike="noStrike">
              <a:solidFill>
                <a:srgbClr val="000000"/>
              </a:solidFill>
              <a:effectLst/>
              <a:uFillTx/>
              <a:latin typeface="Arial"/>
            </a:endParaRPr>
          </a:p>
          <a:p>
            <a:pPr marL="343080" lvl="6"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lang="fr-FR" sz="2600" b="0" u="none" strike="noStrike">
                <a:solidFill>
                  <a:srgbClr val="000000"/>
                </a:solidFill>
                <a:effectLst/>
                <a:uFillTx/>
                <a:latin typeface="Arial"/>
              </a:rPr>
              <a:t>Septième niveau de plan</a:t>
            </a:r>
            <a:endParaRPr lang="fr-FR"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&lt;date/heure&gt;</a:t>
            </a:r>
            <a:endParaRPr lang="fr-FR"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lang="en-US" sz="1400" b="0" u="none" strike="noStrike">
                <a:solidFill>
                  <a:srgbClr val="000000"/>
                </a:solidFill>
                <a:effectLst/>
                <a:uFillTx/>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00D416EB-36DF-4C3C-B291-A9869255A550}" type="slidenum">
              <a:rPr lang="en-US" sz="1400" b="0" u="none" strike="noStrike">
                <a:solidFill>
                  <a:srgbClr val="000000"/>
                </a:solidFill>
                <a:effectLst/>
                <a:uFillTx/>
                <a:latin typeface="Times New Roman"/>
                <a:ea typeface="DejaVu Sans"/>
              </a:rPr>
              <a:t>&lt;numéro&gt;</a:t>
            </a:fld>
            <a:endParaRPr lang="fr-FR"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Lorem ipsum</a:t>
            </a:r>
            <a:endParaRPr lang="fr-FR"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rIns="0" tIns="1152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fr-FR" sz="1500" b="0" u="none" strike="noStrike">
              <a:solidFill>
                <a:srgbClr val="000000"/>
              </a:solidFill>
              <a:effectLst/>
              <a:uFillTx/>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Chart</a:t>
            </a:r>
            <a:endParaRPr lang="fr-FR"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Table</a:t>
            </a:r>
            <a:endParaRPr lang="fr-FR"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rPr>
                        <a:t>Column 1</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2</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3</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4</a:t>
                      </a: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1800" b="0" u="none" strike="noStrike">
                          <a:solidFill>
                            <a:srgbClr val="000000"/>
                          </a:solidFill>
                          <a:effectLst/>
                          <a:uFillTx/>
                          <a:latin typeface="Arial"/>
                          <a:ea typeface="DejaVu Sans"/>
                        </a:rPr>
                        <a:t>Column 5</a:t>
                      </a:r>
                      <a:endParaRPr lang="fr-FR" sz="1800" b="0" u="none" strike="noStrike">
                        <a:solidFill>
                          <a:srgbClr val="000000"/>
                        </a:solidFill>
                        <a:effectLst/>
                        <a:uFillTx/>
                        <a:latin typeface="Arial"/>
                      </a:endParaRPr>
                    </a:p>
                    <a:p>
                      <a:pPr>
                        <a:lnSpc>
                          <a:spcPct val="93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lang="fr-FR"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lang="en-US" sz="3600" b="0" u="none" strike="noStrike">
                <a:solidFill>
                  <a:srgbClr val="000000"/>
                </a:solidFill>
                <a:effectLst/>
                <a:uFillTx/>
                <a:latin typeface="Arial"/>
              </a:rPr>
              <a:t>Photo</a:t>
            </a:r>
            <a:endParaRPr lang="fr-FR" sz="3600" b="0" u="none" strike="noStrike">
              <a:solidFill>
                <a:srgbClr val="000000"/>
              </a:solidFill>
              <a:effectLst/>
              <a:uFillTx/>
              <a:latin typeface="Arial"/>
            </a:endParaRPr>
          </a:p>
        </p:txBody>
      </p:sp>
      <p:pic>
        <p:nvPicPr>
          <p:cNvPr id="21" name=""/>
          <p:cNvPicPr/>
          <p:nvPr/>
        </p:nvPicPr>
        <p:blipFill>
          <a:blip r:embed="rId1"/>
          <a:stretch/>
        </p:blipFill>
        <p:spPr>
          <a:xfrm>
            <a:off x="2011320" y="1828800"/>
            <a:ext cx="6294600" cy="4479840"/>
          </a:xfrm>
          <a:prstGeom prst="rect">
            <a:avLst/>
          </a:prstGeom>
          <a:noFill/>
          <a:ln w="0">
            <a:noFill/>
          </a:ln>
        </p:spPr>
      </p:pic>
    </p:spTree>
  </p:cSld>
  <p:timing>
    <p:tnLst>
      <p:par>
        <p:cTn id="35" dur="indefinite" restart="never" nodeType="tmRoot">
          <p:childTnLst>
            <p:seq>
              <p:cTn id="36" dur="indefinite" nodeType="mainSeq">
                <p:childTnLst>
                  <p:par>
                    <p:cTn id="37" dur="indefinite" fill="hold">
                      <p:stCondLst>
                        <p:cond delay="indefinite"/>
                      </p:stCondLst>
                      <p:childTnLst>
                        <p:par>
                          <p:cTn id="38" dur="indefinite" fill="hold">
                            <p:stCondLst>
                              <p:cond delay="0"/>
                            </p:stCondLst>
                            <p:childTnLst>
                              <p:par>
                                <p:cTn id="39" dur="indefinite" presetID="1" presetClass="entr"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1" dur="indefinite" fill="hold">
                      <p:stCondLst>
                        <p:cond delay="indefinite"/>
                      </p:stCondLst>
                      <p:childTnLst>
                        <p:par>
                          <p:cTn id="42" dur="indefinite" fill="hold">
                            <p:stCondLst>
                              <p:cond delay="0"/>
                            </p:stCondLst>
                            <p:childTnLst>
                              <p:par>
                                <p:cTn id="43" dur="indefinite" presetID="1" presetClass="entr"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2017-08-10T20:58:16Z</dcterms:created>
  <dc:creator/>
  <dc:description/>
  <dc:language>fr-FR</dc:language>
  <cp:lastModifiedBy/>
  <cp:revision>0</cp:revision>
  <dc:subject/>
  <dc:title/>
</cp:coreProperties>
</file>