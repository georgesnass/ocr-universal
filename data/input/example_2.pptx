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38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7C89A-2514-4804-B9F8-17472E408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F00763-1354-49E5-B560-EE062BE25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06C78-304A-45AF-884E-2CD92BB59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3D94-2005-4FE8-BDCD-7E8DEB9BDB98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E26D5-B646-4773-ABDC-64C8DB61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B905E-AEFF-4B4E-BFAB-5600E9932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DCB1-1ED6-4033-8988-F025A48339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8846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571E3-A0AA-4C86-8056-0E02663B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DD177-C97E-4CE2-BDD1-23B3FD108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9D5F5-408D-45CD-936E-C9FDCD604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3D94-2005-4FE8-BDCD-7E8DEB9BDB98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AFDFB-1EFF-410C-96C2-779B88A5E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55DC8-2CDB-47D2-99D8-5893B5043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DCB1-1ED6-4033-8988-F025A48339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8252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31785-2282-4C5C-92D9-F51F47228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E276A-715A-4F2A-B1D8-7A518977F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8C999-F41D-4CCB-B8C2-88723ACD7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3D94-2005-4FE8-BDCD-7E8DEB9BDB98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DE8CD-1704-4427-863A-0D0A7AEDF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CBFBA-2C09-4018-A150-1F9122E0E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DCB1-1ED6-4033-8988-F025A48339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8543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BD307-B4A3-41E4-A9EF-9C5F9FD11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1BDFB-C1C3-4471-A297-FF80D61DE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7EFF0-B688-4425-A0E8-F74968E3C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445AF-F3C1-4EA1-B3A6-3C6408A3B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3D94-2005-4FE8-BDCD-7E8DEB9BDB98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B4053-AA65-4316-BD85-6C542C8FE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D4BD4-B021-4016-B8E7-6EA567831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DCB1-1ED6-4033-8988-F025A48339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126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E32B9-C410-4CA7-BF4C-D4691AA4C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270C2-8005-48E8-9521-5C35A71F2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BA4E7-61E9-461E-A034-FFB9CD38D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0A26D7-CE2E-4A05-ACB1-C8DFEDF6A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BA84D-781A-453F-A937-966C5B0C7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434720-8D3B-40EE-A822-3490E7604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3D94-2005-4FE8-BDCD-7E8DEB9BDB98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264F3-0608-45D6-BD20-A521BA7EC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0FE154-C68B-4E6A-B7E2-84F092F5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DCB1-1ED6-4033-8988-F025A48339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6102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DF008-8ABD-4669-AD7E-DE8F6F6D5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34154E-5F48-4A77-8125-7E3BFA39E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3D94-2005-4FE8-BDCD-7E8DEB9BDB98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46DD4B-573D-4210-B903-E2078980E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D74B19-39A1-455C-A84D-82760C945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DCB1-1ED6-4033-8988-F025A48339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5503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472598-5C46-4133-BE93-3E50C5011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3D94-2005-4FE8-BDCD-7E8DEB9BDB98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4FC11B-7DC5-4FD2-8342-275017518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16860-562D-4A0B-95FA-8D4739AB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DCB1-1ED6-4033-8988-F025A48339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9389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4132F-C9C3-413A-9B55-F19AEE8C8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55BB7-3D8D-4F6B-9F33-9F8AA81A7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3E006-BE9C-42D6-A19D-2DAE18886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91699-52A8-4381-AFEF-666BDFFB8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3D94-2005-4FE8-BDCD-7E8DEB9BDB98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F68E1-EA66-4CC0-A3E5-68BFFD25E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85857-7813-4218-910E-399052341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DCB1-1ED6-4033-8988-F025A48339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0138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41541-1EA8-47EA-B903-FD673A5E3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66CDAF-5FD5-4313-A1FB-6EF5103A7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0E222-4341-44D3-857D-A17861B96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BB7D1-4B0F-47DA-8584-9BB300149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3D94-2005-4FE8-BDCD-7E8DEB9BDB98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2D16C-3390-4A8B-8622-085A5553A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0ABD7-7F9A-47D0-8506-82B256D02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DCB1-1ED6-4033-8988-F025A48339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74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E276-0F20-40DC-BBE7-01D556347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A3D924-7C07-4577-85EF-0911BEA34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8093C-30AB-46A3-9C8B-5E0768127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3D94-2005-4FE8-BDCD-7E8DEB9BDB98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BCD5-69F4-48FE-81A0-97CF42C62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6C8A3-868A-4C09-AEE2-233DF1E07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DCB1-1ED6-4033-8988-F025A48339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3675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B260C-3F03-4444-8598-8B2AB00A1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17DB84-7422-4FE5-820D-AD955819A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A0BB1-96BB-47D9-8B47-A7BAD945C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3D94-2005-4FE8-BDCD-7E8DEB9BDB98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FD88C-E334-4C49-BF77-B21DD76B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01860-B7D5-4E35-ACEE-97D604467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DCB1-1ED6-4033-8988-F025A48339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9696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F897-E8AA-46D1-B25C-790CAB850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1858F-1EF4-4ED0-8957-21EA2F1EF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BF129-D19F-4FA1-82C3-34163FEFE1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13D94-2005-4FE8-BDCD-7E8DEB9BDB98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281A5-3125-40D3-83FC-FD8AB3FF3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EFD46-32A0-49ED-B496-7CD18143E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8DCB1-1ED6-4033-8988-F025A48339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5907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F2E1E-A31B-4946-BE2D-FB8A0D8F25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/>
              <a:t>Test ppt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1D769-2A18-444E-ADC4-6947487C1D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4602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WebCM Documents" ma:contentTypeID="0x0101008840106FE30D4F50BC61A726A7CA6E38002E29913BF161BE4EB7DA03C04BE82596" ma:contentTypeVersion="7" ma:contentTypeDescription="WebCM Documents Content Type" ma:contentTypeScope="" ma:versionID="bf261f73e3ca95229e395d3282558da0">
  <xsd:schema xmlns:xsd="http://www.w3.org/2001/XMLSchema" xmlns:xs="http://www.w3.org/2001/XMLSchema" xmlns:p="http://schemas.microsoft.com/office/2006/metadata/properties" xmlns:ns1="http://schemas.microsoft.com/sharepoint/v3" xmlns:ns2="cb9114c1-daad-44dd-acad-30f4246641f2" xmlns:ns3="c88d2844-48d0-4e62-974e-07f614e7af40" targetNamespace="http://schemas.microsoft.com/office/2006/metadata/properties" ma:root="true" ma:fieldsID="031fc7bd1da2b4fc986745e4a7e62b14" ns1:_="" ns2:_="" ns3:_="">
    <xsd:import namespace="http://schemas.microsoft.com/sharepoint/v3"/>
    <xsd:import namespace="cb9114c1-daad-44dd-acad-30f4246641f2"/>
    <xsd:import namespace="c88d2844-48d0-4e62-974e-07f614e7af40"/>
    <xsd:element name="properties">
      <xsd:complexType>
        <xsd:sequence>
          <xsd:element name="documentManagement">
            <xsd:complexType>
              <xsd:all>
                <xsd:element ref="ns1:DEECD_Description"/>
                <xsd:element ref="ns1:DEECD_Publisher" minOccurs="0"/>
                <xsd:element ref="ns1:DEECD_Keywords" minOccurs="0"/>
                <xsd:element ref="ns1:DEECD_Expired" minOccurs="0"/>
                <xsd:element ref="ns1:PublishingStartDate" minOccurs="0"/>
                <xsd:element ref="ns1:PublishingExpirationDate" minOccurs="0"/>
                <xsd:element ref="ns2:TaxCatchAll" minOccurs="0"/>
                <xsd:element ref="ns3:a319977fc8504e09982f090ae1d7c602" minOccurs="0"/>
                <xsd:element ref="ns3:ofbb8b9a280a423a91cf717fb81349cd" minOccurs="0"/>
                <xsd:element ref="ns3:b1688cb4a3a940449dc8286705012a42" minOccurs="0"/>
                <xsd:element ref="ns3:pfad5814e62747ed9f131defefc62da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DEECD_Description" ma:index="2" ma:displayName="Description" ma:internalName="DEECD_Description">
      <xsd:simpleType>
        <xsd:restriction base="dms:Note">
          <xsd:maxLength value="255"/>
        </xsd:restriction>
      </xsd:simpleType>
    </xsd:element>
    <xsd:element name="DEECD_Publisher" ma:index="3" nillable="true" ma:displayName="Publisher" ma:default="Department of Education and early Childhood Development" ma:internalName="DEECD_Publisher">
      <xsd:simpleType>
        <xsd:restriction base="dms:Text"/>
      </xsd:simpleType>
    </xsd:element>
    <xsd:element name="DEECD_Keywords" ma:index="7" nillable="true" ma:displayName="Keywords" ma:internalName="DEECD_Keywords">
      <xsd:simpleType>
        <xsd:restriction base="dms:Note">
          <xsd:maxLength value="255"/>
        </xsd:restriction>
      </xsd:simpleType>
    </xsd:element>
    <xsd:element name="DEECD_Expired" ma:index="8" nillable="true" ma:displayName="Expired" ma:default="0" ma:internalName="DEECD_Expired">
      <xsd:simpleType>
        <xsd:restriction base="dms:Boolean"/>
      </xsd:simpleType>
    </xsd:element>
    <xsd:element name="PublishingStartDate" ma:index="9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10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9114c1-daad-44dd-acad-30f4246641f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description="" ma:hidden="true" ma:list="{d7017a8d-dd8f-40f0-bbcf-d0d7f718f6eb}" ma:internalName="TaxCatchAll" ma:showField="CatchAllData" ma:web="cb9114c1-daad-44dd-acad-30f4246641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8d2844-48d0-4e62-974e-07f614e7af40" elementFormDefault="qualified">
    <xsd:import namespace="http://schemas.microsoft.com/office/2006/documentManagement/types"/>
    <xsd:import namespace="http://schemas.microsoft.com/office/infopath/2007/PartnerControls"/>
    <xsd:element name="a319977fc8504e09982f090ae1d7c602" ma:index="19" nillable="true" ma:taxonomy="true" ma:internalName="a319977fc8504e09982f090ae1d7c602" ma:taxonomyFieldName="DEECD_ItemType" ma:displayName="Item Type" ma:default="-1;#Page|eb523acf-a821-456c-a76b-7607578309d7" ma:fieldId="{a319977f-c850-4e09-982f-090ae1d7c602}" ma:sspId="272df97b-2740-40bb-9c0d-572a441144cd" ma:termSetId="87a54e1a-a086-4056-9430-e3def70b5bc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fbb8b9a280a423a91cf717fb81349cd" ma:index="20" nillable="true" ma:taxonomy="true" ma:internalName="ofbb8b9a280a423a91cf717fb81349cd" ma:taxonomyFieldName="DEECD_Author" ma:displayName="Author" ma:default="-1;#Education|5232e41c-5101-41fe-b638-7d41d1371531" ma:fieldId="{8fbb8b9a-280a-423a-91cf-717fb81349cd}" ma:sspId="272df97b-2740-40bb-9c0d-572a441144cd" ma:termSetId="f9681774-4169-418a-ae49-9bc331f72a4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1688cb4a3a940449dc8286705012a42" ma:index="21" nillable="true" ma:taxonomy="true" ma:internalName="b1688cb4a3a940449dc8286705012a42" ma:taxonomyFieldName="DEECD_Audience" ma:displayName="Audience" ma:fieldId="{b1688cb4-a3a9-4044-9dc8-286705012a42}" ma:taxonomyMulti="true" ma:sspId="272df97b-2740-40bb-9c0d-572a441144cd" ma:termSetId="af0be819-ce00-4865-904d-8408c82c230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fad5814e62747ed9f131defefc62dac" ma:index="22" nillable="true" ma:taxonomy="true" ma:internalName="pfad5814e62747ed9f131defefc62dac" ma:taxonomyFieldName="DEECD_SubjectCategory" ma:displayName="Subject Category" ma:readOnly="false" ma:default="" ma:fieldId="{9fad5814-e627-47ed-9f13-1defefc62dac}" ma:sspId="272df97b-2740-40bb-9c0d-572a441144cd" ma:termSetId="cc6468fc-15c3-4209-9517-a733b6c8043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4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ECD_Publisher xmlns="http://schemas.microsoft.com/sharepoint/v3">Department of Education and early Childhood Development</DEECD_Publisher>
    <ofbb8b9a280a423a91cf717fb81349cd xmlns="c88d2844-48d0-4e62-974e-07f614e7af40">
      <Terms xmlns="http://schemas.microsoft.com/office/infopath/2007/PartnerControls">
        <TermInfo xmlns="http://schemas.microsoft.com/office/infopath/2007/PartnerControls">
          <TermName xmlns="http://schemas.microsoft.com/office/infopath/2007/PartnerControls">Education</TermName>
          <TermId xmlns="http://schemas.microsoft.com/office/infopath/2007/PartnerControls">5232e41c-5101-41fe-b638-7d41d1371531</TermId>
        </TermInfo>
      </Terms>
    </ofbb8b9a280a423a91cf717fb81349cd>
    <b1688cb4a3a940449dc8286705012a42 xmlns="c88d2844-48d0-4e62-974e-07f614e7af40">
      <Terms xmlns="http://schemas.microsoft.com/office/infopath/2007/PartnerControls"/>
    </b1688cb4a3a940449dc8286705012a42>
    <TaxCatchAll xmlns="cb9114c1-daad-44dd-acad-30f4246641f2">
      <Value>101</Value>
      <Value>94</Value>
    </TaxCatchAll>
    <DEECD_Expired xmlns="http://schemas.microsoft.com/sharepoint/v3">false</DEECD_Expired>
    <DEECD_Keywords xmlns="http://schemas.microsoft.com/sharepoint/v3" xsi:nil="true"/>
    <pfad5814e62747ed9f131defefc62dac xmlns="c88d2844-48d0-4e62-974e-07f614e7af40">
      <Terms xmlns="http://schemas.microsoft.com/office/infopath/2007/PartnerControls"/>
    </pfad5814e62747ed9f131defefc62dac>
    <PublishingExpirationDate xmlns="http://schemas.microsoft.com/sharepoint/v3" xsi:nil="true"/>
    <DEECD_Description xmlns="http://schemas.microsoft.com/sharepoint/v3">test</DEECD_Description>
    <PublishingStartDate xmlns="http://schemas.microsoft.com/sharepoint/v3" xsi:nil="true"/>
    <a319977fc8504e09982f090ae1d7c602 xmlns="c88d2844-48d0-4e62-974e-07f614e7af40">
      <Terms xmlns="http://schemas.microsoft.com/office/infopath/2007/PartnerControls">
        <TermInfo xmlns="http://schemas.microsoft.com/office/infopath/2007/PartnerControls">
          <TermName xmlns="http://schemas.microsoft.com/office/infopath/2007/PartnerControls">Page</TermName>
          <TermId xmlns="http://schemas.microsoft.com/office/infopath/2007/PartnerControls">eb523acf-a821-456c-a76b-7607578309d7</TermId>
        </TermInfo>
      </Terms>
    </a319977fc8504e09982f090ae1d7c602>
  </documentManagement>
</p:properties>
</file>

<file path=customXml/itemProps1.xml><?xml version="1.0" encoding="utf-8"?>
<ds:datastoreItem xmlns:ds="http://schemas.openxmlformats.org/officeDocument/2006/customXml" ds:itemID="{9F66A1DE-90E0-4FD8-AEE2-102F2B32A328}"/>
</file>

<file path=customXml/itemProps2.xml><?xml version="1.0" encoding="utf-8"?>
<ds:datastoreItem xmlns:ds="http://schemas.openxmlformats.org/officeDocument/2006/customXml" ds:itemID="{E573A976-AEF1-4ACF-8595-78B408294645}"/>
</file>

<file path=customXml/itemProps3.xml><?xml version="1.0" encoding="utf-8"?>
<ds:datastoreItem xmlns:ds="http://schemas.openxmlformats.org/officeDocument/2006/customXml" ds:itemID="{5F4FF26B-EDF9-4AE5-9660-1F3B34B15BD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Test ppt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ppt</dc:title>
  <dc:creator>George Lu</dc:creator>
  <cp:lastModifiedBy>George Lu</cp:lastModifiedBy>
  <cp:revision>1</cp:revision>
  <dcterms:created xsi:type="dcterms:W3CDTF">2021-03-17T04:34:11Z</dcterms:created>
  <dcterms:modified xsi:type="dcterms:W3CDTF">2021-03-17T04:34:50Z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0x0101008840106FE30D4F50BC61A726A7CA6E38002E29913BF161BE4EB7DA03C04BE82596</vt:lpwstr>
  </property>
  <property fmtid="{D5CDD505-2E9C-101B-9397-08002B2CF9AE}" pid="3" name="DEECD_Author">
    <vt:lpwstr>94;#Education|5232e41c-5101-41fe-b638-7d41d1371531</vt:lpwstr>
  </property>
  <property fmtid="{D5CDD505-2E9C-101B-9397-08002B2CF9AE}" pid="4" name="DEECD_ItemType">
    <vt:lpwstr>101;#Page|eb523acf-a821-456c-a76b-7607578309d7</vt:lpwstr>
  </property>
  <property fmtid="{D5CDD505-2E9C-101B-9397-08002B2CF9AE}" pid="5" name="DEECD_SubjectCategory">
    <vt:lpwstr/>
  </property>
  <property fmtid="{D5CDD505-2E9C-101B-9397-08002B2CF9AE}" pid="6" name="DEECD_Audience">
    <vt:lpwstr/>
  </property>
</Properties>
</file>