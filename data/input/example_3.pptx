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25F9-DDC7-088B-A222-A19A5E8F4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C29E3-E0F9-4704-4E65-238A48F2C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94002-E3A2-7834-C149-B7147791B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9BB9B-7DDC-B829-D384-518B6279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F5495-12ED-BE72-BF7C-719B02D5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53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D2FA-DB7A-C132-CED1-BB261B19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8EEF4-8035-245F-7A05-25FCF4CA1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6190F-E439-CF7E-B56E-B30EC8CC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56406-B3EA-8D7A-2899-EB1E8FA3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84941-B217-8FEE-8AA5-8DE9C4F3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91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94F5-9E8E-E37C-4476-E4D19913E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60F48-9FD2-08B3-EF74-7817616A2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2D938-E816-E862-3C5E-92902AD6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2F591-3426-96DC-BE77-B2461F46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2C969-981E-180D-BDF9-5D595738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784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2E2A1-DE92-AA6B-0CC9-A284D59E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2BCE-9D57-77F0-FAC1-B6F6A5F9C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87CCC-7264-45D5-FA40-1384E63CF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1FF3A-4B3B-3B95-06C0-BD9F865D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5486A-EF92-18CD-38E0-38393C99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5F2D7-53E3-8633-0E49-58F5A215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7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3390-3C6F-2C30-93C0-54718796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2C60E-3030-E4D0-D9EF-8623053F8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CE39D-7FB0-566E-15E0-EAB73A6BC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C5940-1868-036A-8039-532AB2037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1EF8A-451C-A138-F68E-307569D93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6F8646-3B67-FE2D-6FF0-3F01AFE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C49A4-A93C-796B-2C24-21E6E268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3BFDA-B661-B4E5-40F5-2AA51AAC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12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FA82-47F8-E166-6391-A01C56B2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05AEE7-13BD-F3B0-DFB3-EC21ADBB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309CB-C8F1-D285-BEEE-924AD152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BC623-0FB4-7BD0-D9A1-58643D7A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159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630087-A79B-5334-D9A8-7668FAAFB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29DC2-798D-7EF0-B7E8-8F9E87167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6E9B2-F48E-A13E-CD83-6D5834B2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02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2037-25B5-CF23-A155-5C9256252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8796F-CFDD-BE22-E47F-B9EEF3CEE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CC04A-ED9F-2544-F46C-E93D714E9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AFD18-1233-8202-30A3-98A14AD8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0A80D-1C1D-DD56-9D8F-1E1F16B6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C9CA3-87F7-4525-B857-6EF88022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49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746B-F920-5A0E-A81F-C98ED6427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ED98F-68CB-17EC-2FFF-F932CE7DC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5E021-06EB-24DD-F823-1AC474F46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9607B-D6B8-D0D7-E495-513471AD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E2B0A-D713-E364-52D8-639FEB318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B5B46-3276-3606-6098-AF3EBD5B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21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75EA-A52F-7A24-8677-E3B2C9D2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C43821-2371-F7EE-CCFC-F13190B63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3FB62-6999-C418-EB69-D5B223F2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9E009-1FD7-1AAC-D24D-FC46D5DB5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7D6E4-4746-645E-0C78-F21DD483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82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E8FBB2-79B8-DBC8-C627-40CDAF3DA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31774-DAA5-F0BC-98F2-D1F09D9B6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711F6-F18E-1272-72E9-FAAE98DD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D907B-ECF8-13C7-F77D-A9006F9D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17714-493D-842E-307A-DA4D7CFF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63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EDD6C7-D92C-0FA8-525F-7B980697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2A65E-B038-75CA-14F9-1A58DC25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03640-0827-AF44-5D90-D869C4E22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686E8-3547-4A0A-92AB-B7E0249B739F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47785-02F5-35EF-9EBE-DF5E6E0B5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08C7-BD0C-1180-EB4B-FC8BBD2BE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FC93-0421-4988-BAB5-89CA28BCE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48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CBBF-A669-E6E7-498E-4E4C4F4EA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TEST PPT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43219-329F-D564-55BE-B3342E8222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Sample PPT </a:t>
            </a:r>
            <a:r>
              <a:rPr lang="en-IN" dirty="0"/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1107592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TEST 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Sreejesh Sivaraman</dc:creator>
  <cp:lastModifiedBy>Sreejesh Sivaraman</cp:lastModifiedBy>
  <cp:revision>1</cp:revision>
  <dcterms:created xsi:type="dcterms:W3CDTF">2025-02-11T17:32:30Z</dcterms:created>
  <dcterms:modified xsi:type="dcterms:W3CDTF">2025-02-11T17:32:38Z</dcterms:modified>
</cp:coreProperties>
</file>